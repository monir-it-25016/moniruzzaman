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notesMasterIdLst>
    <p:notesMasterId r:id="rId22"/>
  </p:notesMasterIdLst>
  <p:sldIdLst>
    <p:sldId id="256" r:id="rId2"/>
    <p:sldId id="286" r:id="rId3"/>
    <p:sldId id="257" r:id="rId4"/>
    <p:sldId id="280" r:id="rId5"/>
    <p:sldId id="277" r:id="rId6"/>
    <p:sldId id="258" r:id="rId7"/>
    <p:sldId id="260" r:id="rId8"/>
    <p:sldId id="265" r:id="rId9"/>
    <p:sldId id="281" r:id="rId10"/>
    <p:sldId id="282" r:id="rId11"/>
    <p:sldId id="283" r:id="rId12"/>
    <p:sldId id="269" r:id="rId13"/>
    <p:sldId id="284" r:id="rId14"/>
    <p:sldId id="270" r:id="rId15"/>
    <p:sldId id="279" r:id="rId16"/>
    <p:sldId id="272" r:id="rId17"/>
    <p:sldId id="273" r:id="rId18"/>
    <p:sldId id="287" r:id="rId19"/>
    <p:sldId id="276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 Moniruzzaman" initials="MM" lastIdx="2" clrIdx="0">
    <p:extLst>
      <p:ext uri="{19B8F6BF-5375-455C-9EA6-DF929625EA0E}">
        <p15:presenceInfo xmlns:p15="http://schemas.microsoft.com/office/powerpoint/2012/main" userId="a05e5ae93306953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53702" autoAdjust="0"/>
  </p:normalViewPr>
  <p:slideViewPr>
    <p:cSldViewPr snapToGrid="0">
      <p:cViewPr varScale="1">
        <p:scale>
          <a:sx n="49" d="100"/>
          <a:sy n="49" d="100"/>
        </p:scale>
        <p:origin x="17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721A0C-4DC4-40FC-8620-2C8573C66E0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F8FEA13-0D08-4054-BB69-8093206D2596}">
      <dgm:prSet custT="1"/>
      <dgm:spPr/>
      <dgm:t>
        <a:bodyPr/>
        <a:lstStyle/>
        <a:p>
          <a:r>
            <a:rPr lang="en-US" sz="1200" dirty="0"/>
            <a:t>.</a:t>
          </a:r>
          <a:r>
            <a:rPr lang="en-US" sz="2400" dirty="0"/>
            <a:t>Optical fiber is a thin stand of glass or plastic.</a:t>
          </a:r>
        </a:p>
      </dgm:t>
    </dgm:pt>
    <dgm:pt modelId="{055F499C-3A2B-4E33-A7DD-698B09F1959B}" type="parTrans" cxnId="{71CB8EA8-A7B2-4387-AA05-A1AF646F3878}">
      <dgm:prSet/>
      <dgm:spPr/>
      <dgm:t>
        <a:bodyPr/>
        <a:lstStyle/>
        <a:p>
          <a:endParaRPr lang="en-US"/>
        </a:p>
      </dgm:t>
    </dgm:pt>
    <dgm:pt modelId="{1128E4B0-0E4C-4D04-BD50-4FC4744C6774}" type="sibTrans" cxnId="{71CB8EA8-A7B2-4387-AA05-A1AF646F3878}">
      <dgm:prSet/>
      <dgm:spPr/>
      <dgm:t>
        <a:bodyPr/>
        <a:lstStyle/>
        <a:p>
          <a:endParaRPr lang="en-US"/>
        </a:p>
      </dgm:t>
    </dgm:pt>
    <dgm:pt modelId="{0324BA47-E985-4558-949F-28EADCEDC6F6}">
      <dgm:prSet custT="1"/>
      <dgm:spPr/>
      <dgm:t>
        <a:bodyPr/>
        <a:lstStyle/>
        <a:p>
          <a:r>
            <a:rPr lang="en-US" sz="830" baseline="0" dirty="0"/>
            <a:t>.</a:t>
          </a:r>
          <a:r>
            <a:rPr lang="en-US" sz="2400" baseline="0" dirty="0"/>
            <a:t>It carries information using light signals</a:t>
          </a:r>
          <a:r>
            <a:rPr lang="en-US" sz="830" baseline="0" dirty="0"/>
            <a:t>.</a:t>
          </a:r>
        </a:p>
      </dgm:t>
    </dgm:pt>
    <dgm:pt modelId="{308F05C0-A378-4CB9-900F-981F346B8C07}" type="parTrans" cxnId="{6110345A-CE42-4985-AA95-56D128FD7AA0}">
      <dgm:prSet/>
      <dgm:spPr/>
      <dgm:t>
        <a:bodyPr/>
        <a:lstStyle/>
        <a:p>
          <a:endParaRPr lang="en-US"/>
        </a:p>
      </dgm:t>
    </dgm:pt>
    <dgm:pt modelId="{E2FDE94E-CC2B-4217-AFCA-B929BA2CA195}" type="sibTrans" cxnId="{6110345A-CE42-4985-AA95-56D128FD7AA0}">
      <dgm:prSet/>
      <dgm:spPr/>
      <dgm:t>
        <a:bodyPr/>
        <a:lstStyle/>
        <a:p>
          <a:endParaRPr lang="en-US"/>
        </a:p>
      </dgm:t>
    </dgm:pt>
    <dgm:pt modelId="{A5B6FF4C-3963-43A2-BCEC-81DAE91AD1F2}">
      <dgm:prSet custT="1"/>
      <dgm:spPr/>
      <dgm:t>
        <a:bodyPr/>
        <a:lstStyle/>
        <a:p>
          <a:r>
            <a:rPr lang="en-US" sz="2400" dirty="0"/>
            <a:t>Used in internet, </a:t>
          </a:r>
          <a:r>
            <a:rPr lang="en-US" sz="2400" dirty="0" err="1"/>
            <a:t>telephone,medical</a:t>
          </a:r>
          <a:r>
            <a:rPr lang="en-US" sz="2400" dirty="0"/>
            <a:t> </a:t>
          </a:r>
          <a:r>
            <a:rPr lang="en-US" sz="2400" dirty="0" err="1"/>
            <a:t>tools,etc</a:t>
          </a:r>
          <a:r>
            <a:rPr lang="en-US" sz="2700" dirty="0"/>
            <a:t>.</a:t>
          </a:r>
        </a:p>
      </dgm:t>
    </dgm:pt>
    <dgm:pt modelId="{2596BC82-CE92-4B58-BB77-DDD6CCBD0248}" type="parTrans" cxnId="{083FF763-BB46-4E5C-8CD7-2375EDEBA605}">
      <dgm:prSet/>
      <dgm:spPr/>
      <dgm:t>
        <a:bodyPr/>
        <a:lstStyle/>
        <a:p>
          <a:endParaRPr lang="en-US"/>
        </a:p>
      </dgm:t>
    </dgm:pt>
    <dgm:pt modelId="{480007C2-F681-411B-A315-93376415AD1E}" type="sibTrans" cxnId="{083FF763-BB46-4E5C-8CD7-2375EDEBA605}">
      <dgm:prSet/>
      <dgm:spPr/>
      <dgm:t>
        <a:bodyPr/>
        <a:lstStyle/>
        <a:p>
          <a:endParaRPr lang="en-US"/>
        </a:p>
      </dgm:t>
    </dgm:pt>
    <dgm:pt modelId="{231F73D4-CA44-4BBA-BD7D-4CADB5FB75A3}" type="pres">
      <dgm:prSet presAssocID="{12721A0C-4DC4-40FC-8620-2C8573C66E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4F29656-4D66-4D48-AEBB-4275437319F2}" type="pres">
      <dgm:prSet presAssocID="{1F8FEA13-0D08-4054-BB69-8093206D2596}" presName="hierRoot1" presStyleCnt="0"/>
      <dgm:spPr/>
    </dgm:pt>
    <dgm:pt modelId="{163287B6-3714-470F-A967-4FC2ACE5162B}" type="pres">
      <dgm:prSet presAssocID="{1F8FEA13-0D08-4054-BB69-8093206D2596}" presName="composite" presStyleCnt="0"/>
      <dgm:spPr/>
    </dgm:pt>
    <dgm:pt modelId="{6324DED3-7E63-42E8-B71F-2E5BF75EF072}" type="pres">
      <dgm:prSet presAssocID="{1F8FEA13-0D08-4054-BB69-8093206D2596}" presName="background" presStyleLbl="node0" presStyleIdx="0" presStyleCnt="3"/>
      <dgm:spPr/>
    </dgm:pt>
    <dgm:pt modelId="{570D7AB2-7667-4609-ACA0-FBA80223ED4B}" type="pres">
      <dgm:prSet presAssocID="{1F8FEA13-0D08-4054-BB69-8093206D2596}" presName="text" presStyleLbl="fgAcc0" presStyleIdx="0" presStyleCnt="3" custScaleX="2000000" custScaleY="792670" custLinFactX="103928" custLinFactY="-600074" custLinFactNeighborX="200000" custLinFactNeighborY="-700000">
        <dgm:presLayoutVars>
          <dgm:chPref val="3"/>
        </dgm:presLayoutVars>
      </dgm:prSet>
      <dgm:spPr/>
    </dgm:pt>
    <dgm:pt modelId="{EC80902B-4597-4A76-8FF7-A2718F4A0094}" type="pres">
      <dgm:prSet presAssocID="{1F8FEA13-0D08-4054-BB69-8093206D2596}" presName="hierChild2" presStyleCnt="0"/>
      <dgm:spPr/>
    </dgm:pt>
    <dgm:pt modelId="{B22E548F-488A-468F-A63C-E390757D6815}" type="pres">
      <dgm:prSet presAssocID="{0324BA47-E985-4558-949F-28EADCEDC6F6}" presName="hierRoot1" presStyleCnt="0"/>
      <dgm:spPr/>
    </dgm:pt>
    <dgm:pt modelId="{24F1C3D3-7EA1-4330-ACCF-5E3769317229}" type="pres">
      <dgm:prSet presAssocID="{0324BA47-E985-4558-949F-28EADCEDC6F6}" presName="composite" presStyleCnt="0"/>
      <dgm:spPr/>
    </dgm:pt>
    <dgm:pt modelId="{54EB62CE-861B-4913-B44D-7C1F172B8EA3}" type="pres">
      <dgm:prSet presAssocID="{0324BA47-E985-4558-949F-28EADCEDC6F6}" presName="background" presStyleLbl="node0" presStyleIdx="1" presStyleCnt="3"/>
      <dgm:spPr/>
    </dgm:pt>
    <dgm:pt modelId="{2B6439A0-B4C6-4EB8-8FBF-854B517F6F5E}" type="pres">
      <dgm:prSet presAssocID="{0324BA47-E985-4558-949F-28EADCEDC6F6}" presName="text" presStyleLbl="fgAcc0" presStyleIdx="1" presStyleCnt="3" custAng="10800000" custFlipVert="1" custScaleX="2000000" custScaleY="1215437" custLinFactX="-806015" custLinFactY="-152853" custLinFactNeighborX="-900000" custLinFactNeighborY="-200000">
        <dgm:presLayoutVars>
          <dgm:chPref val="3"/>
        </dgm:presLayoutVars>
      </dgm:prSet>
      <dgm:spPr/>
    </dgm:pt>
    <dgm:pt modelId="{DBB53C61-111D-49C5-B24E-4AB81E8A7187}" type="pres">
      <dgm:prSet presAssocID="{0324BA47-E985-4558-949F-28EADCEDC6F6}" presName="hierChild2" presStyleCnt="0"/>
      <dgm:spPr/>
    </dgm:pt>
    <dgm:pt modelId="{8E864873-9537-45B8-AAB5-8ED54A170210}" type="pres">
      <dgm:prSet presAssocID="{A5B6FF4C-3963-43A2-BCEC-81DAE91AD1F2}" presName="hierRoot1" presStyleCnt="0"/>
      <dgm:spPr/>
    </dgm:pt>
    <dgm:pt modelId="{3511E03C-BE5B-4C95-95BD-585F523CE594}" type="pres">
      <dgm:prSet presAssocID="{A5B6FF4C-3963-43A2-BCEC-81DAE91AD1F2}" presName="composite" presStyleCnt="0"/>
      <dgm:spPr/>
    </dgm:pt>
    <dgm:pt modelId="{FFE7083B-C553-4F6F-BB8E-B1E4C586B764}" type="pres">
      <dgm:prSet presAssocID="{A5B6FF4C-3963-43A2-BCEC-81DAE91AD1F2}" presName="background" presStyleLbl="node0" presStyleIdx="2" presStyleCnt="3"/>
      <dgm:spPr/>
    </dgm:pt>
    <dgm:pt modelId="{29E7ECA6-E22E-4447-8434-1B105B00880D}" type="pres">
      <dgm:prSet presAssocID="{A5B6FF4C-3963-43A2-BCEC-81DAE91AD1F2}" presName="text" presStyleLbl="fgAcc0" presStyleIdx="2" presStyleCnt="3" custAng="0" custScaleX="2000000" custScaleY="1165092" custLinFactX="-1828237" custLinFactY="500000" custLinFactNeighborX="-1900000" custLinFactNeighborY="519802">
        <dgm:presLayoutVars>
          <dgm:chPref val="3"/>
        </dgm:presLayoutVars>
      </dgm:prSet>
      <dgm:spPr/>
    </dgm:pt>
    <dgm:pt modelId="{42D6C03D-BBBF-4C94-9FED-2AAEB2497F8A}" type="pres">
      <dgm:prSet presAssocID="{A5B6FF4C-3963-43A2-BCEC-81DAE91AD1F2}" presName="hierChild2" presStyleCnt="0"/>
      <dgm:spPr/>
    </dgm:pt>
  </dgm:ptLst>
  <dgm:cxnLst>
    <dgm:cxn modelId="{74912702-49A2-4830-A6BF-D908DB1EF194}" type="presOf" srcId="{1F8FEA13-0D08-4054-BB69-8093206D2596}" destId="{570D7AB2-7667-4609-ACA0-FBA80223ED4B}" srcOrd="0" destOrd="0" presId="urn:microsoft.com/office/officeart/2005/8/layout/hierarchy1"/>
    <dgm:cxn modelId="{0BA33A0F-B5A4-4432-8246-E71E37CAA961}" type="presOf" srcId="{0324BA47-E985-4558-949F-28EADCEDC6F6}" destId="{2B6439A0-B4C6-4EB8-8FBF-854B517F6F5E}" srcOrd="0" destOrd="0" presId="urn:microsoft.com/office/officeart/2005/8/layout/hierarchy1"/>
    <dgm:cxn modelId="{C3772511-894D-4D74-9982-DD122EE3F323}" type="presOf" srcId="{A5B6FF4C-3963-43A2-BCEC-81DAE91AD1F2}" destId="{29E7ECA6-E22E-4447-8434-1B105B00880D}" srcOrd="0" destOrd="0" presId="urn:microsoft.com/office/officeart/2005/8/layout/hierarchy1"/>
    <dgm:cxn modelId="{17EB822A-BA8E-4DA2-8967-54B54CDEE3B9}" type="presOf" srcId="{12721A0C-4DC4-40FC-8620-2C8573C66E0E}" destId="{231F73D4-CA44-4BBA-BD7D-4CADB5FB75A3}" srcOrd="0" destOrd="0" presId="urn:microsoft.com/office/officeart/2005/8/layout/hierarchy1"/>
    <dgm:cxn modelId="{083FF763-BB46-4E5C-8CD7-2375EDEBA605}" srcId="{12721A0C-4DC4-40FC-8620-2C8573C66E0E}" destId="{A5B6FF4C-3963-43A2-BCEC-81DAE91AD1F2}" srcOrd="2" destOrd="0" parTransId="{2596BC82-CE92-4B58-BB77-DDD6CCBD0248}" sibTransId="{480007C2-F681-411B-A315-93376415AD1E}"/>
    <dgm:cxn modelId="{6110345A-CE42-4985-AA95-56D128FD7AA0}" srcId="{12721A0C-4DC4-40FC-8620-2C8573C66E0E}" destId="{0324BA47-E985-4558-949F-28EADCEDC6F6}" srcOrd="1" destOrd="0" parTransId="{308F05C0-A378-4CB9-900F-981F346B8C07}" sibTransId="{E2FDE94E-CC2B-4217-AFCA-B929BA2CA195}"/>
    <dgm:cxn modelId="{71CB8EA8-A7B2-4387-AA05-A1AF646F3878}" srcId="{12721A0C-4DC4-40FC-8620-2C8573C66E0E}" destId="{1F8FEA13-0D08-4054-BB69-8093206D2596}" srcOrd="0" destOrd="0" parTransId="{055F499C-3A2B-4E33-A7DD-698B09F1959B}" sibTransId="{1128E4B0-0E4C-4D04-BD50-4FC4744C6774}"/>
    <dgm:cxn modelId="{7AF64ED4-2E9D-474D-A194-57D157E27931}" type="presParOf" srcId="{231F73D4-CA44-4BBA-BD7D-4CADB5FB75A3}" destId="{64F29656-4D66-4D48-AEBB-4275437319F2}" srcOrd="0" destOrd="0" presId="urn:microsoft.com/office/officeart/2005/8/layout/hierarchy1"/>
    <dgm:cxn modelId="{A5692DD1-4AEE-4CDA-B367-FC87F5B75FA2}" type="presParOf" srcId="{64F29656-4D66-4D48-AEBB-4275437319F2}" destId="{163287B6-3714-470F-A967-4FC2ACE5162B}" srcOrd="0" destOrd="0" presId="urn:microsoft.com/office/officeart/2005/8/layout/hierarchy1"/>
    <dgm:cxn modelId="{FB6BB923-D658-43E4-A3EE-5C742B5879C1}" type="presParOf" srcId="{163287B6-3714-470F-A967-4FC2ACE5162B}" destId="{6324DED3-7E63-42E8-B71F-2E5BF75EF072}" srcOrd="0" destOrd="0" presId="urn:microsoft.com/office/officeart/2005/8/layout/hierarchy1"/>
    <dgm:cxn modelId="{12B4EDD1-3244-477E-A77B-A73520F7AFAA}" type="presParOf" srcId="{163287B6-3714-470F-A967-4FC2ACE5162B}" destId="{570D7AB2-7667-4609-ACA0-FBA80223ED4B}" srcOrd="1" destOrd="0" presId="urn:microsoft.com/office/officeart/2005/8/layout/hierarchy1"/>
    <dgm:cxn modelId="{B1885B03-61C4-4B9D-B7CD-7A3709757C43}" type="presParOf" srcId="{64F29656-4D66-4D48-AEBB-4275437319F2}" destId="{EC80902B-4597-4A76-8FF7-A2718F4A0094}" srcOrd="1" destOrd="0" presId="urn:microsoft.com/office/officeart/2005/8/layout/hierarchy1"/>
    <dgm:cxn modelId="{AAD6BA0C-5FBC-4FBA-84B2-3571EFF98560}" type="presParOf" srcId="{231F73D4-CA44-4BBA-BD7D-4CADB5FB75A3}" destId="{B22E548F-488A-468F-A63C-E390757D6815}" srcOrd="1" destOrd="0" presId="urn:microsoft.com/office/officeart/2005/8/layout/hierarchy1"/>
    <dgm:cxn modelId="{C80B8308-BFB5-4D23-BC8B-973093007F6D}" type="presParOf" srcId="{B22E548F-488A-468F-A63C-E390757D6815}" destId="{24F1C3D3-7EA1-4330-ACCF-5E3769317229}" srcOrd="0" destOrd="0" presId="urn:microsoft.com/office/officeart/2005/8/layout/hierarchy1"/>
    <dgm:cxn modelId="{D2D33B07-DB2E-48CE-99CE-3BD2B8F0EC61}" type="presParOf" srcId="{24F1C3D3-7EA1-4330-ACCF-5E3769317229}" destId="{54EB62CE-861B-4913-B44D-7C1F172B8EA3}" srcOrd="0" destOrd="0" presId="urn:microsoft.com/office/officeart/2005/8/layout/hierarchy1"/>
    <dgm:cxn modelId="{CC557DCF-AA50-44F1-A25E-B0871F80FC7F}" type="presParOf" srcId="{24F1C3D3-7EA1-4330-ACCF-5E3769317229}" destId="{2B6439A0-B4C6-4EB8-8FBF-854B517F6F5E}" srcOrd="1" destOrd="0" presId="urn:microsoft.com/office/officeart/2005/8/layout/hierarchy1"/>
    <dgm:cxn modelId="{A559B78B-2FB3-4A28-8750-2E6AF8461CD1}" type="presParOf" srcId="{B22E548F-488A-468F-A63C-E390757D6815}" destId="{DBB53C61-111D-49C5-B24E-4AB81E8A7187}" srcOrd="1" destOrd="0" presId="urn:microsoft.com/office/officeart/2005/8/layout/hierarchy1"/>
    <dgm:cxn modelId="{14CE967F-71A2-4035-9E60-38EF0428D3AE}" type="presParOf" srcId="{231F73D4-CA44-4BBA-BD7D-4CADB5FB75A3}" destId="{8E864873-9537-45B8-AAB5-8ED54A170210}" srcOrd="2" destOrd="0" presId="urn:microsoft.com/office/officeart/2005/8/layout/hierarchy1"/>
    <dgm:cxn modelId="{71A59810-24CA-459A-8593-CC11B0ADDCBB}" type="presParOf" srcId="{8E864873-9537-45B8-AAB5-8ED54A170210}" destId="{3511E03C-BE5B-4C95-95BD-585F523CE594}" srcOrd="0" destOrd="0" presId="urn:microsoft.com/office/officeart/2005/8/layout/hierarchy1"/>
    <dgm:cxn modelId="{7A70D168-54CB-4824-B381-9A7B80B1A009}" type="presParOf" srcId="{3511E03C-BE5B-4C95-95BD-585F523CE594}" destId="{FFE7083B-C553-4F6F-BB8E-B1E4C586B764}" srcOrd="0" destOrd="0" presId="urn:microsoft.com/office/officeart/2005/8/layout/hierarchy1"/>
    <dgm:cxn modelId="{087FBC20-26C4-4C8F-8399-D11EE0E83B9B}" type="presParOf" srcId="{3511E03C-BE5B-4C95-95BD-585F523CE594}" destId="{29E7ECA6-E22E-4447-8434-1B105B00880D}" srcOrd="1" destOrd="0" presId="urn:microsoft.com/office/officeart/2005/8/layout/hierarchy1"/>
    <dgm:cxn modelId="{B6ACA9BE-8BFC-42CA-8C51-470C10EBD118}" type="presParOf" srcId="{8E864873-9537-45B8-AAB5-8ED54A170210}" destId="{42D6C03D-BBBF-4C94-9FED-2AAEB2497F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547614-A3E7-4D6F-85DD-ACE5E6A9AA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4E3266-EA59-4CE3-9953-C6BFFABB8A0A}">
      <dgm:prSet/>
      <dgm:spPr/>
      <dgm:t>
        <a:bodyPr/>
        <a:lstStyle/>
        <a:p>
          <a:r>
            <a:rPr lang="en-US"/>
            <a:t>Broadband internet.</a:t>
          </a:r>
        </a:p>
      </dgm:t>
    </dgm:pt>
    <dgm:pt modelId="{0C31535A-033B-48FB-94ED-875522F6C8CB}" type="parTrans" cxnId="{45A83C04-6018-48C0-AE39-B1A1444C71D8}">
      <dgm:prSet/>
      <dgm:spPr/>
      <dgm:t>
        <a:bodyPr/>
        <a:lstStyle/>
        <a:p>
          <a:endParaRPr lang="en-US"/>
        </a:p>
      </dgm:t>
    </dgm:pt>
    <dgm:pt modelId="{E2032874-F69B-45B4-8CBD-D22139F2A301}" type="sibTrans" cxnId="{45A83C04-6018-48C0-AE39-B1A1444C71D8}">
      <dgm:prSet/>
      <dgm:spPr/>
      <dgm:t>
        <a:bodyPr/>
        <a:lstStyle/>
        <a:p>
          <a:endParaRPr lang="en-US"/>
        </a:p>
      </dgm:t>
    </dgm:pt>
    <dgm:pt modelId="{47E9FE98-C2FF-4573-8C1E-16A4929643FC}">
      <dgm:prSet/>
      <dgm:spPr/>
      <dgm:t>
        <a:bodyPr/>
        <a:lstStyle/>
        <a:p>
          <a:r>
            <a:rPr lang="en-US"/>
            <a:t>Mobile networks.</a:t>
          </a:r>
        </a:p>
      </dgm:t>
    </dgm:pt>
    <dgm:pt modelId="{B9C2AEAB-619B-40DB-A353-D56461301E2F}" type="parTrans" cxnId="{3033E15E-21D7-4624-8C7B-8DCEC852C849}">
      <dgm:prSet/>
      <dgm:spPr/>
      <dgm:t>
        <a:bodyPr/>
        <a:lstStyle/>
        <a:p>
          <a:endParaRPr lang="en-US"/>
        </a:p>
      </dgm:t>
    </dgm:pt>
    <dgm:pt modelId="{64F3BC8B-7732-4490-A0E6-B6389F704816}" type="sibTrans" cxnId="{3033E15E-21D7-4624-8C7B-8DCEC852C849}">
      <dgm:prSet/>
      <dgm:spPr/>
      <dgm:t>
        <a:bodyPr/>
        <a:lstStyle/>
        <a:p>
          <a:endParaRPr lang="en-US"/>
        </a:p>
      </dgm:t>
    </dgm:pt>
    <dgm:pt modelId="{8E051262-0857-480E-9514-60702CC68ADC}">
      <dgm:prSet/>
      <dgm:spPr/>
      <dgm:t>
        <a:bodyPr/>
        <a:lstStyle/>
        <a:p>
          <a:r>
            <a:rPr lang="en-US"/>
            <a:t>Cable TV.</a:t>
          </a:r>
        </a:p>
      </dgm:t>
    </dgm:pt>
    <dgm:pt modelId="{BC8245C4-CE04-4051-BB60-1B0D68C18F99}" type="parTrans" cxnId="{5F0B591C-8EF4-4080-8C35-2BAF7C20127A}">
      <dgm:prSet/>
      <dgm:spPr/>
      <dgm:t>
        <a:bodyPr/>
        <a:lstStyle/>
        <a:p>
          <a:endParaRPr lang="en-US"/>
        </a:p>
      </dgm:t>
    </dgm:pt>
    <dgm:pt modelId="{3E191250-C8EE-4F37-B2CE-76C45143083E}" type="sibTrans" cxnId="{5F0B591C-8EF4-4080-8C35-2BAF7C20127A}">
      <dgm:prSet/>
      <dgm:spPr/>
      <dgm:t>
        <a:bodyPr/>
        <a:lstStyle/>
        <a:p>
          <a:endParaRPr lang="en-US"/>
        </a:p>
      </dgm:t>
    </dgm:pt>
    <dgm:pt modelId="{C17C6E66-7806-4A2E-B803-ABDA8BEA6616}">
      <dgm:prSet/>
      <dgm:spPr/>
      <dgm:t>
        <a:bodyPr/>
        <a:lstStyle/>
        <a:p>
          <a:r>
            <a:rPr lang="en-US"/>
            <a:t>Medical endoscopy.</a:t>
          </a:r>
        </a:p>
      </dgm:t>
    </dgm:pt>
    <dgm:pt modelId="{CACCE48A-A0BB-4D60-9935-E925D0C0074C}" type="parTrans" cxnId="{A599806A-6D56-45A6-87FC-31FD6DEB0D69}">
      <dgm:prSet/>
      <dgm:spPr/>
      <dgm:t>
        <a:bodyPr/>
        <a:lstStyle/>
        <a:p>
          <a:endParaRPr lang="en-US"/>
        </a:p>
      </dgm:t>
    </dgm:pt>
    <dgm:pt modelId="{A7D254E8-6EE7-4004-86DF-8DDD0C82ED3D}" type="sibTrans" cxnId="{A599806A-6D56-45A6-87FC-31FD6DEB0D69}">
      <dgm:prSet/>
      <dgm:spPr/>
      <dgm:t>
        <a:bodyPr/>
        <a:lstStyle/>
        <a:p>
          <a:endParaRPr lang="en-US"/>
        </a:p>
      </dgm:t>
    </dgm:pt>
    <dgm:pt modelId="{F30A3DC4-94C3-480D-AF64-E63C3135F1B1}">
      <dgm:prSet/>
      <dgm:spPr/>
      <dgm:t>
        <a:bodyPr/>
        <a:lstStyle/>
        <a:p>
          <a:r>
            <a:rPr lang="en-US"/>
            <a:t>Military communication.</a:t>
          </a:r>
        </a:p>
      </dgm:t>
    </dgm:pt>
    <dgm:pt modelId="{7626942A-52CE-41B7-AF93-83936FA52BDE}" type="parTrans" cxnId="{4F285DDE-2A98-4A58-A7F9-16B0B202FE34}">
      <dgm:prSet/>
      <dgm:spPr/>
      <dgm:t>
        <a:bodyPr/>
        <a:lstStyle/>
        <a:p>
          <a:endParaRPr lang="en-US"/>
        </a:p>
      </dgm:t>
    </dgm:pt>
    <dgm:pt modelId="{B4AC433D-95C7-4A18-9E5D-2F192AE6A88C}" type="sibTrans" cxnId="{4F285DDE-2A98-4A58-A7F9-16B0B202FE34}">
      <dgm:prSet/>
      <dgm:spPr/>
      <dgm:t>
        <a:bodyPr/>
        <a:lstStyle/>
        <a:p>
          <a:endParaRPr lang="en-US"/>
        </a:p>
      </dgm:t>
    </dgm:pt>
    <dgm:pt modelId="{E90CC797-7942-401B-862E-DA10AC217C5C}" type="pres">
      <dgm:prSet presAssocID="{CD547614-A3E7-4D6F-85DD-ACE5E6A9AA05}" presName="linear" presStyleCnt="0">
        <dgm:presLayoutVars>
          <dgm:animLvl val="lvl"/>
          <dgm:resizeHandles val="exact"/>
        </dgm:presLayoutVars>
      </dgm:prSet>
      <dgm:spPr/>
    </dgm:pt>
    <dgm:pt modelId="{AFC49839-5E06-43AC-AA97-A7CF0614404E}" type="pres">
      <dgm:prSet presAssocID="{594E3266-EA59-4CE3-9953-C6BFFABB8A0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B660694-D779-4A87-9755-5CC5B7BE3845}" type="pres">
      <dgm:prSet presAssocID="{E2032874-F69B-45B4-8CBD-D22139F2A301}" presName="spacer" presStyleCnt="0"/>
      <dgm:spPr/>
    </dgm:pt>
    <dgm:pt modelId="{2F5F0A70-F751-4B5C-B35E-D70ABCCCE283}" type="pres">
      <dgm:prSet presAssocID="{47E9FE98-C2FF-4573-8C1E-16A4929643F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1D213CD-712A-4868-9EB4-DC00143CF139}" type="pres">
      <dgm:prSet presAssocID="{64F3BC8B-7732-4490-A0E6-B6389F704816}" presName="spacer" presStyleCnt="0"/>
      <dgm:spPr/>
    </dgm:pt>
    <dgm:pt modelId="{4C781443-ED07-405D-9EB8-66E95A923A35}" type="pres">
      <dgm:prSet presAssocID="{8E051262-0857-480E-9514-60702CC68AD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9020521-C853-42AA-92CC-33213D96A899}" type="pres">
      <dgm:prSet presAssocID="{3E191250-C8EE-4F37-B2CE-76C45143083E}" presName="spacer" presStyleCnt="0"/>
      <dgm:spPr/>
    </dgm:pt>
    <dgm:pt modelId="{62D38D45-49DB-4E8C-8371-2B124F053083}" type="pres">
      <dgm:prSet presAssocID="{C17C6E66-7806-4A2E-B803-ABDA8BEA66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62E4244-742A-44AF-85D4-B842353823DD}" type="pres">
      <dgm:prSet presAssocID="{A7D254E8-6EE7-4004-86DF-8DDD0C82ED3D}" presName="spacer" presStyleCnt="0"/>
      <dgm:spPr/>
    </dgm:pt>
    <dgm:pt modelId="{088D0786-E5E7-440B-A01B-893B4C9E19FC}" type="pres">
      <dgm:prSet presAssocID="{F30A3DC4-94C3-480D-AF64-E63C3135F1B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F642802-7E3A-4642-A0B8-F5DB506B3BEB}" type="presOf" srcId="{F30A3DC4-94C3-480D-AF64-E63C3135F1B1}" destId="{088D0786-E5E7-440B-A01B-893B4C9E19FC}" srcOrd="0" destOrd="0" presId="urn:microsoft.com/office/officeart/2005/8/layout/vList2"/>
    <dgm:cxn modelId="{45A83C04-6018-48C0-AE39-B1A1444C71D8}" srcId="{CD547614-A3E7-4D6F-85DD-ACE5E6A9AA05}" destId="{594E3266-EA59-4CE3-9953-C6BFFABB8A0A}" srcOrd="0" destOrd="0" parTransId="{0C31535A-033B-48FB-94ED-875522F6C8CB}" sibTransId="{E2032874-F69B-45B4-8CBD-D22139F2A301}"/>
    <dgm:cxn modelId="{5F0B591C-8EF4-4080-8C35-2BAF7C20127A}" srcId="{CD547614-A3E7-4D6F-85DD-ACE5E6A9AA05}" destId="{8E051262-0857-480E-9514-60702CC68ADC}" srcOrd="2" destOrd="0" parTransId="{BC8245C4-CE04-4051-BB60-1B0D68C18F99}" sibTransId="{3E191250-C8EE-4F37-B2CE-76C45143083E}"/>
    <dgm:cxn modelId="{EC65B520-6BD7-4836-9959-0076B7A14114}" type="presOf" srcId="{CD547614-A3E7-4D6F-85DD-ACE5E6A9AA05}" destId="{E90CC797-7942-401B-862E-DA10AC217C5C}" srcOrd="0" destOrd="0" presId="urn:microsoft.com/office/officeart/2005/8/layout/vList2"/>
    <dgm:cxn modelId="{A3B21F35-53FE-4756-B350-A8D1A9236734}" type="presOf" srcId="{8E051262-0857-480E-9514-60702CC68ADC}" destId="{4C781443-ED07-405D-9EB8-66E95A923A35}" srcOrd="0" destOrd="0" presId="urn:microsoft.com/office/officeart/2005/8/layout/vList2"/>
    <dgm:cxn modelId="{3033E15E-21D7-4624-8C7B-8DCEC852C849}" srcId="{CD547614-A3E7-4D6F-85DD-ACE5E6A9AA05}" destId="{47E9FE98-C2FF-4573-8C1E-16A4929643FC}" srcOrd="1" destOrd="0" parTransId="{B9C2AEAB-619B-40DB-A353-D56461301E2F}" sibTransId="{64F3BC8B-7732-4490-A0E6-B6389F704816}"/>
    <dgm:cxn modelId="{F9A63242-512F-4A7D-9DBD-17A818CF7835}" type="presOf" srcId="{594E3266-EA59-4CE3-9953-C6BFFABB8A0A}" destId="{AFC49839-5E06-43AC-AA97-A7CF0614404E}" srcOrd="0" destOrd="0" presId="urn:microsoft.com/office/officeart/2005/8/layout/vList2"/>
    <dgm:cxn modelId="{A599806A-6D56-45A6-87FC-31FD6DEB0D69}" srcId="{CD547614-A3E7-4D6F-85DD-ACE5E6A9AA05}" destId="{C17C6E66-7806-4A2E-B803-ABDA8BEA6616}" srcOrd="3" destOrd="0" parTransId="{CACCE48A-A0BB-4D60-9935-E925D0C0074C}" sibTransId="{A7D254E8-6EE7-4004-86DF-8DDD0C82ED3D}"/>
    <dgm:cxn modelId="{3817CB4F-9379-41AA-9D9F-D02E9F935651}" type="presOf" srcId="{C17C6E66-7806-4A2E-B803-ABDA8BEA6616}" destId="{62D38D45-49DB-4E8C-8371-2B124F053083}" srcOrd="0" destOrd="0" presId="urn:microsoft.com/office/officeart/2005/8/layout/vList2"/>
    <dgm:cxn modelId="{BD61CFD4-F408-4077-8DDA-7A68B1DA3ABC}" type="presOf" srcId="{47E9FE98-C2FF-4573-8C1E-16A4929643FC}" destId="{2F5F0A70-F751-4B5C-B35E-D70ABCCCE283}" srcOrd="0" destOrd="0" presId="urn:microsoft.com/office/officeart/2005/8/layout/vList2"/>
    <dgm:cxn modelId="{4F285DDE-2A98-4A58-A7F9-16B0B202FE34}" srcId="{CD547614-A3E7-4D6F-85DD-ACE5E6A9AA05}" destId="{F30A3DC4-94C3-480D-AF64-E63C3135F1B1}" srcOrd="4" destOrd="0" parTransId="{7626942A-52CE-41B7-AF93-83936FA52BDE}" sibTransId="{B4AC433D-95C7-4A18-9E5D-2F192AE6A88C}"/>
    <dgm:cxn modelId="{F579C4B0-4FF7-4C6B-B751-C3913C8E081A}" type="presParOf" srcId="{E90CC797-7942-401B-862E-DA10AC217C5C}" destId="{AFC49839-5E06-43AC-AA97-A7CF0614404E}" srcOrd="0" destOrd="0" presId="urn:microsoft.com/office/officeart/2005/8/layout/vList2"/>
    <dgm:cxn modelId="{8676040B-F739-43F8-B932-8A0261CF235E}" type="presParOf" srcId="{E90CC797-7942-401B-862E-DA10AC217C5C}" destId="{5B660694-D779-4A87-9755-5CC5B7BE3845}" srcOrd="1" destOrd="0" presId="urn:microsoft.com/office/officeart/2005/8/layout/vList2"/>
    <dgm:cxn modelId="{2A70B3F4-888E-4C9E-BD8D-21E2AFB66AE5}" type="presParOf" srcId="{E90CC797-7942-401B-862E-DA10AC217C5C}" destId="{2F5F0A70-F751-4B5C-B35E-D70ABCCCE283}" srcOrd="2" destOrd="0" presId="urn:microsoft.com/office/officeart/2005/8/layout/vList2"/>
    <dgm:cxn modelId="{509DC99F-D415-48E3-A0B6-908DF34734A3}" type="presParOf" srcId="{E90CC797-7942-401B-862E-DA10AC217C5C}" destId="{61D213CD-712A-4868-9EB4-DC00143CF139}" srcOrd="3" destOrd="0" presId="urn:microsoft.com/office/officeart/2005/8/layout/vList2"/>
    <dgm:cxn modelId="{12F9F17C-F611-44DE-9057-970BF53317EB}" type="presParOf" srcId="{E90CC797-7942-401B-862E-DA10AC217C5C}" destId="{4C781443-ED07-405D-9EB8-66E95A923A35}" srcOrd="4" destOrd="0" presId="urn:microsoft.com/office/officeart/2005/8/layout/vList2"/>
    <dgm:cxn modelId="{4ABD970B-9A13-4B8F-90C4-48F24878ADAB}" type="presParOf" srcId="{E90CC797-7942-401B-862E-DA10AC217C5C}" destId="{29020521-C853-42AA-92CC-33213D96A899}" srcOrd="5" destOrd="0" presId="urn:microsoft.com/office/officeart/2005/8/layout/vList2"/>
    <dgm:cxn modelId="{F7C0B045-A6A6-476E-8ABB-B237F1AC5441}" type="presParOf" srcId="{E90CC797-7942-401B-862E-DA10AC217C5C}" destId="{62D38D45-49DB-4E8C-8371-2B124F053083}" srcOrd="6" destOrd="0" presId="urn:microsoft.com/office/officeart/2005/8/layout/vList2"/>
    <dgm:cxn modelId="{E2DD3DBB-D7CC-4641-B35D-9B5D05BD626B}" type="presParOf" srcId="{E90CC797-7942-401B-862E-DA10AC217C5C}" destId="{B62E4244-742A-44AF-85D4-B842353823DD}" srcOrd="7" destOrd="0" presId="urn:microsoft.com/office/officeart/2005/8/layout/vList2"/>
    <dgm:cxn modelId="{4B85C10D-B1E6-4CC5-9E97-1C07FEA25414}" type="presParOf" srcId="{E90CC797-7942-401B-862E-DA10AC217C5C}" destId="{088D0786-E5E7-440B-A01B-893B4C9E19F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D54F8F-E60C-4B39-872C-3F0BE61A25E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498E35-513F-468C-AE63-7CF2A87389C2}">
      <dgm:prSet/>
      <dgm:spPr/>
      <dgm:t>
        <a:bodyPr/>
        <a:lstStyle/>
        <a:p>
          <a:r>
            <a:rPr lang="en-US"/>
            <a:t>Very high speed.</a:t>
          </a:r>
        </a:p>
      </dgm:t>
    </dgm:pt>
    <dgm:pt modelId="{691D4E62-62A3-4286-8FCA-988DD934A0AD}" type="parTrans" cxnId="{D274ED73-2500-455B-82B1-BA3A5E794ADF}">
      <dgm:prSet/>
      <dgm:spPr/>
      <dgm:t>
        <a:bodyPr/>
        <a:lstStyle/>
        <a:p>
          <a:endParaRPr lang="en-US"/>
        </a:p>
      </dgm:t>
    </dgm:pt>
    <dgm:pt modelId="{22D1D808-EBC3-4E82-B3FB-D9A8C920008D}" type="sibTrans" cxnId="{D274ED73-2500-455B-82B1-BA3A5E794ADF}">
      <dgm:prSet/>
      <dgm:spPr/>
      <dgm:t>
        <a:bodyPr/>
        <a:lstStyle/>
        <a:p>
          <a:endParaRPr lang="en-US"/>
        </a:p>
      </dgm:t>
    </dgm:pt>
    <dgm:pt modelId="{8EA78A80-2719-4E5B-ABA1-A03D940DD0B4}">
      <dgm:prSet/>
      <dgm:spPr/>
      <dgm:t>
        <a:bodyPr/>
        <a:lstStyle/>
        <a:p>
          <a:r>
            <a:rPr lang="en-US"/>
            <a:t>Low signal loss.</a:t>
          </a:r>
        </a:p>
      </dgm:t>
    </dgm:pt>
    <dgm:pt modelId="{5F6D6364-48C4-4473-96C6-DB0EB5D69AFC}" type="parTrans" cxnId="{1FD47A9C-BD58-4B60-940F-53CE13E9F310}">
      <dgm:prSet/>
      <dgm:spPr/>
      <dgm:t>
        <a:bodyPr/>
        <a:lstStyle/>
        <a:p>
          <a:endParaRPr lang="en-US"/>
        </a:p>
      </dgm:t>
    </dgm:pt>
    <dgm:pt modelId="{C839D98A-1C3B-44AB-923A-E2624EAA9B29}" type="sibTrans" cxnId="{1FD47A9C-BD58-4B60-940F-53CE13E9F310}">
      <dgm:prSet/>
      <dgm:spPr/>
      <dgm:t>
        <a:bodyPr/>
        <a:lstStyle/>
        <a:p>
          <a:endParaRPr lang="en-US"/>
        </a:p>
      </dgm:t>
    </dgm:pt>
    <dgm:pt modelId="{0467D30A-11B7-4E2C-A61B-871C7DE78AF6}">
      <dgm:prSet/>
      <dgm:spPr/>
      <dgm:t>
        <a:bodyPr/>
        <a:lstStyle/>
        <a:p>
          <a:r>
            <a:rPr lang="en-US"/>
            <a:t>Lightweight .</a:t>
          </a:r>
        </a:p>
      </dgm:t>
    </dgm:pt>
    <dgm:pt modelId="{E14BBE16-7F06-442E-A7EF-0AB7696BB52F}" type="parTrans" cxnId="{83E3398E-A9DD-4EA7-BD1E-555CFA77FEAF}">
      <dgm:prSet/>
      <dgm:spPr/>
      <dgm:t>
        <a:bodyPr/>
        <a:lstStyle/>
        <a:p>
          <a:endParaRPr lang="en-US"/>
        </a:p>
      </dgm:t>
    </dgm:pt>
    <dgm:pt modelId="{82C8BA5A-D7B1-45E3-9166-A0C6D439338A}" type="sibTrans" cxnId="{83E3398E-A9DD-4EA7-BD1E-555CFA77FEAF}">
      <dgm:prSet/>
      <dgm:spPr/>
      <dgm:t>
        <a:bodyPr/>
        <a:lstStyle/>
        <a:p>
          <a:endParaRPr lang="en-US"/>
        </a:p>
      </dgm:t>
    </dgm:pt>
    <dgm:pt modelId="{A734AC2D-C8C6-4A12-B053-A8CCBDAF61A8}">
      <dgm:prSet/>
      <dgm:spPr/>
      <dgm:t>
        <a:bodyPr/>
        <a:lstStyle/>
        <a:p>
          <a:r>
            <a:rPr lang="en-US"/>
            <a:t>Secure communication.</a:t>
          </a:r>
        </a:p>
      </dgm:t>
    </dgm:pt>
    <dgm:pt modelId="{F1F4F3F6-C75F-4835-A15E-F717B60D5139}" type="parTrans" cxnId="{E5F276A3-4E3B-4638-8D0E-BF4534623F1B}">
      <dgm:prSet/>
      <dgm:spPr/>
      <dgm:t>
        <a:bodyPr/>
        <a:lstStyle/>
        <a:p>
          <a:endParaRPr lang="en-US"/>
        </a:p>
      </dgm:t>
    </dgm:pt>
    <dgm:pt modelId="{24E6A7EE-FCA8-4705-9104-4790DC8A1BBE}" type="sibTrans" cxnId="{E5F276A3-4E3B-4638-8D0E-BF4534623F1B}">
      <dgm:prSet/>
      <dgm:spPr/>
      <dgm:t>
        <a:bodyPr/>
        <a:lstStyle/>
        <a:p>
          <a:endParaRPr lang="en-US"/>
        </a:p>
      </dgm:t>
    </dgm:pt>
    <dgm:pt modelId="{9BC68D2B-5D42-4627-A659-CCA55F82ED39}">
      <dgm:prSet/>
      <dgm:spPr/>
      <dgm:t>
        <a:bodyPr/>
        <a:lstStyle/>
        <a:p>
          <a:r>
            <a:rPr lang="en-US"/>
            <a:t>No electromagnetic interference.</a:t>
          </a:r>
        </a:p>
      </dgm:t>
    </dgm:pt>
    <dgm:pt modelId="{B32DD55E-CDAA-4B40-8B35-34F0225F37AC}" type="parTrans" cxnId="{0D21C7D3-73F9-4F40-A38B-762C3F9046D9}">
      <dgm:prSet/>
      <dgm:spPr/>
      <dgm:t>
        <a:bodyPr/>
        <a:lstStyle/>
        <a:p>
          <a:endParaRPr lang="en-US"/>
        </a:p>
      </dgm:t>
    </dgm:pt>
    <dgm:pt modelId="{C38A1A9B-D62E-47F8-8BEF-49BBBC6D3EE9}" type="sibTrans" cxnId="{0D21C7D3-73F9-4F40-A38B-762C3F9046D9}">
      <dgm:prSet/>
      <dgm:spPr/>
      <dgm:t>
        <a:bodyPr/>
        <a:lstStyle/>
        <a:p>
          <a:endParaRPr lang="en-US"/>
        </a:p>
      </dgm:t>
    </dgm:pt>
    <dgm:pt modelId="{E875EC4D-114B-417C-A0DD-23D4829C1218}" type="pres">
      <dgm:prSet presAssocID="{74D54F8F-E60C-4B39-872C-3F0BE61A25EF}" presName="linear" presStyleCnt="0">
        <dgm:presLayoutVars>
          <dgm:dir/>
          <dgm:animLvl val="lvl"/>
          <dgm:resizeHandles val="exact"/>
        </dgm:presLayoutVars>
      </dgm:prSet>
      <dgm:spPr/>
    </dgm:pt>
    <dgm:pt modelId="{22F90BD3-D4E4-495C-AF91-957AB1C4B327}" type="pres">
      <dgm:prSet presAssocID="{6A498E35-513F-468C-AE63-7CF2A87389C2}" presName="parentLin" presStyleCnt="0"/>
      <dgm:spPr/>
    </dgm:pt>
    <dgm:pt modelId="{923DC316-3DFF-4988-A40A-EC268A9A2590}" type="pres">
      <dgm:prSet presAssocID="{6A498E35-513F-468C-AE63-7CF2A87389C2}" presName="parentLeftMargin" presStyleLbl="node1" presStyleIdx="0" presStyleCnt="5"/>
      <dgm:spPr/>
    </dgm:pt>
    <dgm:pt modelId="{51A36C00-39B2-44AB-8E89-4B6275E49BB6}" type="pres">
      <dgm:prSet presAssocID="{6A498E35-513F-468C-AE63-7CF2A87389C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1D38D7A-F460-4751-AA1A-7C7DA66D92A0}" type="pres">
      <dgm:prSet presAssocID="{6A498E35-513F-468C-AE63-7CF2A87389C2}" presName="negativeSpace" presStyleCnt="0"/>
      <dgm:spPr/>
    </dgm:pt>
    <dgm:pt modelId="{3BEA6104-8F6D-4DE3-8C93-1E1F41706CC8}" type="pres">
      <dgm:prSet presAssocID="{6A498E35-513F-468C-AE63-7CF2A87389C2}" presName="childText" presStyleLbl="conFgAcc1" presStyleIdx="0" presStyleCnt="5">
        <dgm:presLayoutVars>
          <dgm:bulletEnabled val="1"/>
        </dgm:presLayoutVars>
      </dgm:prSet>
      <dgm:spPr/>
    </dgm:pt>
    <dgm:pt modelId="{B6F1AD75-C2ED-45C0-AAB5-1F1882D5BDD9}" type="pres">
      <dgm:prSet presAssocID="{22D1D808-EBC3-4E82-B3FB-D9A8C920008D}" presName="spaceBetweenRectangles" presStyleCnt="0"/>
      <dgm:spPr/>
    </dgm:pt>
    <dgm:pt modelId="{EDFA03E3-8E95-421F-AD42-7EF30102719A}" type="pres">
      <dgm:prSet presAssocID="{8EA78A80-2719-4E5B-ABA1-A03D940DD0B4}" presName="parentLin" presStyleCnt="0"/>
      <dgm:spPr/>
    </dgm:pt>
    <dgm:pt modelId="{3DF67DB2-18F0-43B5-BB3A-C75942E3A312}" type="pres">
      <dgm:prSet presAssocID="{8EA78A80-2719-4E5B-ABA1-A03D940DD0B4}" presName="parentLeftMargin" presStyleLbl="node1" presStyleIdx="0" presStyleCnt="5"/>
      <dgm:spPr/>
    </dgm:pt>
    <dgm:pt modelId="{AE20D7BE-0211-4B9D-94AA-0F5816D05D52}" type="pres">
      <dgm:prSet presAssocID="{8EA78A80-2719-4E5B-ABA1-A03D940DD0B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E09A1A8-9C2C-4B40-8B0B-AE905064FC59}" type="pres">
      <dgm:prSet presAssocID="{8EA78A80-2719-4E5B-ABA1-A03D940DD0B4}" presName="negativeSpace" presStyleCnt="0"/>
      <dgm:spPr/>
    </dgm:pt>
    <dgm:pt modelId="{D399A621-E53D-448F-925E-B160A638FC96}" type="pres">
      <dgm:prSet presAssocID="{8EA78A80-2719-4E5B-ABA1-A03D940DD0B4}" presName="childText" presStyleLbl="conFgAcc1" presStyleIdx="1" presStyleCnt="5">
        <dgm:presLayoutVars>
          <dgm:bulletEnabled val="1"/>
        </dgm:presLayoutVars>
      </dgm:prSet>
      <dgm:spPr/>
    </dgm:pt>
    <dgm:pt modelId="{B1E7AB7A-E710-41C3-BEEE-4C712E6339EA}" type="pres">
      <dgm:prSet presAssocID="{C839D98A-1C3B-44AB-923A-E2624EAA9B29}" presName="spaceBetweenRectangles" presStyleCnt="0"/>
      <dgm:spPr/>
    </dgm:pt>
    <dgm:pt modelId="{59987B01-871F-463C-AD1D-99A1D42ED590}" type="pres">
      <dgm:prSet presAssocID="{0467D30A-11B7-4E2C-A61B-871C7DE78AF6}" presName="parentLin" presStyleCnt="0"/>
      <dgm:spPr/>
    </dgm:pt>
    <dgm:pt modelId="{3813F5E4-B0B8-4691-AF70-D1BA42214BF4}" type="pres">
      <dgm:prSet presAssocID="{0467D30A-11B7-4E2C-A61B-871C7DE78AF6}" presName="parentLeftMargin" presStyleLbl="node1" presStyleIdx="1" presStyleCnt="5"/>
      <dgm:spPr/>
    </dgm:pt>
    <dgm:pt modelId="{44F0BBA9-65FE-40DF-B942-CA825EFED9B8}" type="pres">
      <dgm:prSet presAssocID="{0467D30A-11B7-4E2C-A61B-871C7DE78AF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CEC3516-CF82-47E3-82B9-715ADA1DDB22}" type="pres">
      <dgm:prSet presAssocID="{0467D30A-11B7-4E2C-A61B-871C7DE78AF6}" presName="negativeSpace" presStyleCnt="0"/>
      <dgm:spPr/>
    </dgm:pt>
    <dgm:pt modelId="{9A0D32DD-9140-4C6A-B72D-F0A7274C1708}" type="pres">
      <dgm:prSet presAssocID="{0467D30A-11B7-4E2C-A61B-871C7DE78AF6}" presName="childText" presStyleLbl="conFgAcc1" presStyleIdx="2" presStyleCnt="5">
        <dgm:presLayoutVars>
          <dgm:bulletEnabled val="1"/>
        </dgm:presLayoutVars>
      </dgm:prSet>
      <dgm:spPr/>
    </dgm:pt>
    <dgm:pt modelId="{DF060AE1-79D5-4C81-9092-2C6CB706AA8E}" type="pres">
      <dgm:prSet presAssocID="{82C8BA5A-D7B1-45E3-9166-A0C6D439338A}" presName="spaceBetweenRectangles" presStyleCnt="0"/>
      <dgm:spPr/>
    </dgm:pt>
    <dgm:pt modelId="{7E8C06A3-ABB2-46AB-B3B0-4DDF30B8B642}" type="pres">
      <dgm:prSet presAssocID="{A734AC2D-C8C6-4A12-B053-A8CCBDAF61A8}" presName="parentLin" presStyleCnt="0"/>
      <dgm:spPr/>
    </dgm:pt>
    <dgm:pt modelId="{0D2BAD47-613D-4705-9B43-3DEF967444A5}" type="pres">
      <dgm:prSet presAssocID="{A734AC2D-C8C6-4A12-B053-A8CCBDAF61A8}" presName="parentLeftMargin" presStyleLbl="node1" presStyleIdx="2" presStyleCnt="5"/>
      <dgm:spPr/>
    </dgm:pt>
    <dgm:pt modelId="{D0ED1FB9-B90B-4189-AA5D-4B95E5DBD0EB}" type="pres">
      <dgm:prSet presAssocID="{A734AC2D-C8C6-4A12-B053-A8CCBDAF61A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868F562-5C49-419F-BF53-4EE4FFA00476}" type="pres">
      <dgm:prSet presAssocID="{A734AC2D-C8C6-4A12-B053-A8CCBDAF61A8}" presName="negativeSpace" presStyleCnt="0"/>
      <dgm:spPr/>
    </dgm:pt>
    <dgm:pt modelId="{48B31A19-31B9-4FED-8BBA-C33159137FF8}" type="pres">
      <dgm:prSet presAssocID="{A734AC2D-C8C6-4A12-B053-A8CCBDAF61A8}" presName="childText" presStyleLbl="conFgAcc1" presStyleIdx="3" presStyleCnt="5">
        <dgm:presLayoutVars>
          <dgm:bulletEnabled val="1"/>
        </dgm:presLayoutVars>
      </dgm:prSet>
      <dgm:spPr/>
    </dgm:pt>
    <dgm:pt modelId="{967BC27D-13BD-4340-9E19-5C6CEBEB4EB4}" type="pres">
      <dgm:prSet presAssocID="{24E6A7EE-FCA8-4705-9104-4790DC8A1BBE}" presName="spaceBetweenRectangles" presStyleCnt="0"/>
      <dgm:spPr/>
    </dgm:pt>
    <dgm:pt modelId="{0CF3F166-9CC9-4BBA-B5F0-06691AEF27DE}" type="pres">
      <dgm:prSet presAssocID="{9BC68D2B-5D42-4627-A659-CCA55F82ED39}" presName="parentLin" presStyleCnt="0"/>
      <dgm:spPr/>
    </dgm:pt>
    <dgm:pt modelId="{6391FC37-731E-470F-A45C-04EDAC837D98}" type="pres">
      <dgm:prSet presAssocID="{9BC68D2B-5D42-4627-A659-CCA55F82ED39}" presName="parentLeftMargin" presStyleLbl="node1" presStyleIdx="3" presStyleCnt="5"/>
      <dgm:spPr/>
    </dgm:pt>
    <dgm:pt modelId="{D2E59ED1-0E7F-48AB-A328-62F50B0931C4}" type="pres">
      <dgm:prSet presAssocID="{9BC68D2B-5D42-4627-A659-CCA55F82ED3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B94907E-64E8-49EC-9696-B9522D81FAD4}" type="pres">
      <dgm:prSet presAssocID="{9BC68D2B-5D42-4627-A659-CCA55F82ED39}" presName="negativeSpace" presStyleCnt="0"/>
      <dgm:spPr/>
    </dgm:pt>
    <dgm:pt modelId="{8069056E-557E-4FA9-92F1-8AE58029E3F2}" type="pres">
      <dgm:prSet presAssocID="{9BC68D2B-5D42-4627-A659-CCA55F82ED3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D1BD51C-9D71-42BE-82FB-ACBC720939FC}" type="presOf" srcId="{8EA78A80-2719-4E5B-ABA1-A03D940DD0B4}" destId="{3DF67DB2-18F0-43B5-BB3A-C75942E3A312}" srcOrd="0" destOrd="0" presId="urn:microsoft.com/office/officeart/2005/8/layout/list1"/>
    <dgm:cxn modelId="{C60FDE2C-BF24-4568-87B5-69CE751FBD89}" type="presOf" srcId="{9BC68D2B-5D42-4627-A659-CCA55F82ED39}" destId="{D2E59ED1-0E7F-48AB-A328-62F50B0931C4}" srcOrd="1" destOrd="0" presId="urn:microsoft.com/office/officeart/2005/8/layout/list1"/>
    <dgm:cxn modelId="{90F45139-5312-436A-9CBD-FC8338354E2E}" type="presOf" srcId="{9BC68D2B-5D42-4627-A659-CCA55F82ED39}" destId="{6391FC37-731E-470F-A45C-04EDAC837D98}" srcOrd="0" destOrd="0" presId="urn:microsoft.com/office/officeart/2005/8/layout/list1"/>
    <dgm:cxn modelId="{5038C73B-E8F4-4F26-8E74-6F017EEC301C}" type="presOf" srcId="{0467D30A-11B7-4E2C-A61B-871C7DE78AF6}" destId="{3813F5E4-B0B8-4691-AF70-D1BA42214BF4}" srcOrd="0" destOrd="0" presId="urn:microsoft.com/office/officeart/2005/8/layout/list1"/>
    <dgm:cxn modelId="{D274ED73-2500-455B-82B1-BA3A5E794ADF}" srcId="{74D54F8F-E60C-4B39-872C-3F0BE61A25EF}" destId="{6A498E35-513F-468C-AE63-7CF2A87389C2}" srcOrd="0" destOrd="0" parTransId="{691D4E62-62A3-4286-8FCA-988DD934A0AD}" sibTransId="{22D1D808-EBC3-4E82-B3FB-D9A8C920008D}"/>
    <dgm:cxn modelId="{B22CBA79-88DC-433E-B75B-5B0C295C94FF}" type="presOf" srcId="{A734AC2D-C8C6-4A12-B053-A8CCBDAF61A8}" destId="{0D2BAD47-613D-4705-9B43-3DEF967444A5}" srcOrd="0" destOrd="0" presId="urn:microsoft.com/office/officeart/2005/8/layout/list1"/>
    <dgm:cxn modelId="{83E3398E-A9DD-4EA7-BD1E-555CFA77FEAF}" srcId="{74D54F8F-E60C-4B39-872C-3F0BE61A25EF}" destId="{0467D30A-11B7-4E2C-A61B-871C7DE78AF6}" srcOrd="2" destOrd="0" parTransId="{E14BBE16-7F06-442E-A7EF-0AB7696BB52F}" sibTransId="{82C8BA5A-D7B1-45E3-9166-A0C6D439338A}"/>
    <dgm:cxn modelId="{1FD47A9C-BD58-4B60-940F-53CE13E9F310}" srcId="{74D54F8F-E60C-4B39-872C-3F0BE61A25EF}" destId="{8EA78A80-2719-4E5B-ABA1-A03D940DD0B4}" srcOrd="1" destOrd="0" parTransId="{5F6D6364-48C4-4473-96C6-DB0EB5D69AFC}" sibTransId="{C839D98A-1C3B-44AB-923A-E2624EAA9B29}"/>
    <dgm:cxn modelId="{E5F276A3-4E3B-4638-8D0E-BF4534623F1B}" srcId="{74D54F8F-E60C-4B39-872C-3F0BE61A25EF}" destId="{A734AC2D-C8C6-4A12-B053-A8CCBDAF61A8}" srcOrd="3" destOrd="0" parTransId="{F1F4F3F6-C75F-4835-A15E-F717B60D5139}" sibTransId="{24E6A7EE-FCA8-4705-9104-4790DC8A1BBE}"/>
    <dgm:cxn modelId="{7FA50DC4-EEDA-4CAF-8395-CB2A6402B295}" type="presOf" srcId="{74D54F8F-E60C-4B39-872C-3F0BE61A25EF}" destId="{E875EC4D-114B-417C-A0DD-23D4829C1218}" srcOrd="0" destOrd="0" presId="urn:microsoft.com/office/officeart/2005/8/layout/list1"/>
    <dgm:cxn modelId="{B5506ACE-56A2-40B9-B7FC-561F56FC141D}" type="presOf" srcId="{8EA78A80-2719-4E5B-ABA1-A03D940DD0B4}" destId="{AE20D7BE-0211-4B9D-94AA-0F5816D05D52}" srcOrd="1" destOrd="0" presId="urn:microsoft.com/office/officeart/2005/8/layout/list1"/>
    <dgm:cxn modelId="{0D21C7D3-73F9-4F40-A38B-762C3F9046D9}" srcId="{74D54F8F-E60C-4B39-872C-3F0BE61A25EF}" destId="{9BC68D2B-5D42-4627-A659-CCA55F82ED39}" srcOrd="4" destOrd="0" parTransId="{B32DD55E-CDAA-4B40-8B35-34F0225F37AC}" sibTransId="{C38A1A9B-D62E-47F8-8BEF-49BBBC6D3EE9}"/>
    <dgm:cxn modelId="{93146BD4-7D26-4F8B-81ED-C3F86C39425D}" type="presOf" srcId="{6A498E35-513F-468C-AE63-7CF2A87389C2}" destId="{51A36C00-39B2-44AB-8E89-4B6275E49BB6}" srcOrd="1" destOrd="0" presId="urn:microsoft.com/office/officeart/2005/8/layout/list1"/>
    <dgm:cxn modelId="{83A510E9-8695-4702-A0C3-D4D302C74173}" type="presOf" srcId="{6A498E35-513F-468C-AE63-7CF2A87389C2}" destId="{923DC316-3DFF-4988-A40A-EC268A9A2590}" srcOrd="0" destOrd="0" presId="urn:microsoft.com/office/officeart/2005/8/layout/list1"/>
    <dgm:cxn modelId="{B4CE85F4-107D-4943-9088-532A9988BB5A}" type="presOf" srcId="{A734AC2D-C8C6-4A12-B053-A8CCBDAF61A8}" destId="{D0ED1FB9-B90B-4189-AA5D-4B95E5DBD0EB}" srcOrd="1" destOrd="0" presId="urn:microsoft.com/office/officeart/2005/8/layout/list1"/>
    <dgm:cxn modelId="{45D720FF-BA38-4359-B6C3-D81BA5BB05A0}" type="presOf" srcId="{0467D30A-11B7-4E2C-A61B-871C7DE78AF6}" destId="{44F0BBA9-65FE-40DF-B942-CA825EFED9B8}" srcOrd="1" destOrd="0" presId="urn:microsoft.com/office/officeart/2005/8/layout/list1"/>
    <dgm:cxn modelId="{E63D1E33-E8A7-4F15-A225-599C093F56FB}" type="presParOf" srcId="{E875EC4D-114B-417C-A0DD-23D4829C1218}" destId="{22F90BD3-D4E4-495C-AF91-957AB1C4B327}" srcOrd="0" destOrd="0" presId="urn:microsoft.com/office/officeart/2005/8/layout/list1"/>
    <dgm:cxn modelId="{466C883A-D7D1-4336-A892-A090452291D0}" type="presParOf" srcId="{22F90BD3-D4E4-495C-AF91-957AB1C4B327}" destId="{923DC316-3DFF-4988-A40A-EC268A9A2590}" srcOrd="0" destOrd="0" presId="urn:microsoft.com/office/officeart/2005/8/layout/list1"/>
    <dgm:cxn modelId="{FFE168E5-3D8E-4C33-85CF-FA480C279BCA}" type="presParOf" srcId="{22F90BD3-D4E4-495C-AF91-957AB1C4B327}" destId="{51A36C00-39B2-44AB-8E89-4B6275E49BB6}" srcOrd="1" destOrd="0" presId="urn:microsoft.com/office/officeart/2005/8/layout/list1"/>
    <dgm:cxn modelId="{C843FD11-80D9-403C-B437-8F2A330BDD68}" type="presParOf" srcId="{E875EC4D-114B-417C-A0DD-23D4829C1218}" destId="{71D38D7A-F460-4751-AA1A-7C7DA66D92A0}" srcOrd="1" destOrd="0" presId="urn:microsoft.com/office/officeart/2005/8/layout/list1"/>
    <dgm:cxn modelId="{5F83D103-5A96-46D8-90C9-D8D5B30A3EDC}" type="presParOf" srcId="{E875EC4D-114B-417C-A0DD-23D4829C1218}" destId="{3BEA6104-8F6D-4DE3-8C93-1E1F41706CC8}" srcOrd="2" destOrd="0" presId="urn:microsoft.com/office/officeart/2005/8/layout/list1"/>
    <dgm:cxn modelId="{3DC215E9-05FE-4FCA-B73A-5627FB5410C5}" type="presParOf" srcId="{E875EC4D-114B-417C-A0DD-23D4829C1218}" destId="{B6F1AD75-C2ED-45C0-AAB5-1F1882D5BDD9}" srcOrd="3" destOrd="0" presId="urn:microsoft.com/office/officeart/2005/8/layout/list1"/>
    <dgm:cxn modelId="{4BDF457A-4109-4B72-9F82-0661CE10EADF}" type="presParOf" srcId="{E875EC4D-114B-417C-A0DD-23D4829C1218}" destId="{EDFA03E3-8E95-421F-AD42-7EF30102719A}" srcOrd="4" destOrd="0" presId="urn:microsoft.com/office/officeart/2005/8/layout/list1"/>
    <dgm:cxn modelId="{9B47CB6F-61E0-4064-BE56-78BF9C8B9FA7}" type="presParOf" srcId="{EDFA03E3-8E95-421F-AD42-7EF30102719A}" destId="{3DF67DB2-18F0-43B5-BB3A-C75942E3A312}" srcOrd="0" destOrd="0" presId="urn:microsoft.com/office/officeart/2005/8/layout/list1"/>
    <dgm:cxn modelId="{CB4916FB-253C-47BB-AA8A-D89AB90503D3}" type="presParOf" srcId="{EDFA03E3-8E95-421F-AD42-7EF30102719A}" destId="{AE20D7BE-0211-4B9D-94AA-0F5816D05D52}" srcOrd="1" destOrd="0" presId="urn:microsoft.com/office/officeart/2005/8/layout/list1"/>
    <dgm:cxn modelId="{F7005D35-AE63-4B9B-8321-A92AFA3A8137}" type="presParOf" srcId="{E875EC4D-114B-417C-A0DD-23D4829C1218}" destId="{AE09A1A8-9C2C-4B40-8B0B-AE905064FC59}" srcOrd="5" destOrd="0" presId="urn:microsoft.com/office/officeart/2005/8/layout/list1"/>
    <dgm:cxn modelId="{B33FB39F-1E45-4F1A-8AE0-7D4F5095C621}" type="presParOf" srcId="{E875EC4D-114B-417C-A0DD-23D4829C1218}" destId="{D399A621-E53D-448F-925E-B160A638FC96}" srcOrd="6" destOrd="0" presId="urn:microsoft.com/office/officeart/2005/8/layout/list1"/>
    <dgm:cxn modelId="{CE024B43-1ACB-4015-9BBA-EC6D75F075C4}" type="presParOf" srcId="{E875EC4D-114B-417C-A0DD-23D4829C1218}" destId="{B1E7AB7A-E710-41C3-BEEE-4C712E6339EA}" srcOrd="7" destOrd="0" presId="urn:microsoft.com/office/officeart/2005/8/layout/list1"/>
    <dgm:cxn modelId="{0616A415-17E0-42CC-ABDF-666E4FABA5EC}" type="presParOf" srcId="{E875EC4D-114B-417C-A0DD-23D4829C1218}" destId="{59987B01-871F-463C-AD1D-99A1D42ED590}" srcOrd="8" destOrd="0" presId="urn:microsoft.com/office/officeart/2005/8/layout/list1"/>
    <dgm:cxn modelId="{1CCB1684-025F-4CBD-8445-975619F20A4D}" type="presParOf" srcId="{59987B01-871F-463C-AD1D-99A1D42ED590}" destId="{3813F5E4-B0B8-4691-AF70-D1BA42214BF4}" srcOrd="0" destOrd="0" presId="urn:microsoft.com/office/officeart/2005/8/layout/list1"/>
    <dgm:cxn modelId="{CF223748-B154-4F67-96F2-F4E142B931AB}" type="presParOf" srcId="{59987B01-871F-463C-AD1D-99A1D42ED590}" destId="{44F0BBA9-65FE-40DF-B942-CA825EFED9B8}" srcOrd="1" destOrd="0" presId="urn:microsoft.com/office/officeart/2005/8/layout/list1"/>
    <dgm:cxn modelId="{E29D3FE7-D966-4292-BAAA-5AAC0EF57FBB}" type="presParOf" srcId="{E875EC4D-114B-417C-A0DD-23D4829C1218}" destId="{5CEC3516-CF82-47E3-82B9-715ADA1DDB22}" srcOrd="9" destOrd="0" presId="urn:microsoft.com/office/officeart/2005/8/layout/list1"/>
    <dgm:cxn modelId="{A2F69536-8309-4E53-A219-EF63DF582C61}" type="presParOf" srcId="{E875EC4D-114B-417C-A0DD-23D4829C1218}" destId="{9A0D32DD-9140-4C6A-B72D-F0A7274C1708}" srcOrd="10" destOrd="0" presId="urn:microsoft.com/office/officeart/2005/8/layout/list1"/>
    <dgm:cxn modelId="{86D0221D-DD9C-4A95-9D34-DADFC64E8843}" type="presParOf" srcId="{E875EC4D-114B-417C-A0DD-23D4829C1218}" destId="{DF060AE1-79D5-4C81-9092-2C6CB706AA8E}" srcOrd="11" destOrd="0" presId="urn:microsoft.com/office/officeart/2005/8/layout/list1"/>
    <dgm:cxn modelId="{BD44B9B7-435E-4588-9105-9539ECCEA22C}" type="presParOf" srcId="{E875EC4D-114B-417C-A0DD-23D4829C1218}" destId="{7E8C06A3-ABB2-46AB-B3B0-4DDF30B8B642}" srcOrd="12" destOrd="0" presId="urn:microsoft.com/office/officeart/2005/8/layout/list1"/>
    <dgm:cxn modelId="{EC2B69CB-E825-4D59-8E51-147EAA9EA5A7}" type="presParOf" srcId="{7E8C06A3-ABB2-46AB-B3B0-4DDF30B8B642}" destId="{0D2BAD47-613D-4705-9B43-3DEF967444A5}" srcOrd="0" destOrd="0" presId="urn:microsoft.com/office/officeart/2005/8/layout/list1"/>
    <dgm:cxn modelId="{412013E9-9060-4CC3-8361-DA5E50C45E5C}" type="presParOf" srcId="{7E8C06A3-ABB2-46AB-B3B0-4DDF30B8B642}" destId="{D0ED1FB9-B90B-4189-AA5D-4B95E5DBD0EB}" srcOrd="1" destOrd="0" presId="urn:microsoft.com/office/officeart/2005/8/layout/list1"/>
    <dgm:cxn modelId="{CA0D01A4-C740-4D73-8975-9923F1B51893}" type="presParOf" srcId="{E875EC4D-114B-417C-A0DD-23D4829C1218}" destId="{8868F562-5C49-419F-BF53-4EE4FFA00476}" srcOrd="13" destOrd="0" presId="urn:microsoft.com/office/officeart/2005/8/layout/list1"/>
    <dgm:cxn modelId="{72E1B5F7-AACD-40E8-B600-332E0F74AECE}" type="presParOf" srcId="{E875EC4D-114B-417C-A0DD-23D4829C1218}" destId="{48B31A19-31B9-4FED-8BBA-C33159137FF8}" srcOrd="14" destOrd="0" presId="urn:microsoft.com/office/officeart/2005/8/layout/list1"/>
    <dgm:cxn modelId="{42AC750F-A06E-4746-9D72-60896176B7CC}" type="presParOf" srcId="{E875EC4D-114B-417C-A0DD-23D4829C1218}" destId="{967BC27D-13BD-4340-9E19-5C6CEBEB4EB4}" srcOrd="15" destOrd="0" presId="urn:microsoft.com/office/officeart/2005/8/layout/list1"/>
    <dgm:cxn modelId="{EFC91439-2A94-4671-A2E0-909036975B2B}" type="presParOf" srcId="{E875EC4D-114B-417C-A0DD-23D4829C1218}" destId="{0CF3F166-9CC9-4BBA-B5F0-06691AEF27DE}" srcOrd="16" destOrd="0" presId="urn:microsoft.com/office/officeart/2005/8/layout/list1"/>
    <dgm:cxn modelId="{E2D09E3B-20BB-4974-BC61-085DB4297267}" type="presParOf" srcId="{0CF3F166-9CC9-4BBA-B5F0-06691AEF27DE}" destId="{6391FC37-731E-470F-A45C-04EDAC837D98}" srcOrd="0" destOrd="0" presId="urn:microsoft.com/office/officeart/2005/8/layout/list1"/>
    <dgm:cxn modelId="{37D4B258-E220-4D79-A0BA-6FBB35F9393E}" type="presParOf" srcId="{0CF3F166-9CC9-4BBA-B5F0-06691AEF27DE}" destId="{D2E59ED1-0E7F-48AB-A328-62F50B0931C4}" srcOrd="1" destOrd="0" presId="urn:microsoft.com/office/officeart/2005/8/layout/list1"/>
    <dgm:cxn modelId="{2A903C52-8FE3-40D2-888E-92A6E939606B}" type="presParOf" srcId="{E875EC4D-114B-417C-A0DD-23D4829C1218}" destId="{1B94907E-64E8-49EC-9696-B9522D81FAD4}" srcOrd="17" destOrd="0" presId="urn:microsoft.com/office/officeart/2005/8/layout/list1"/>
    <dgm:cxn modelId="{F6CE7F8C-04A0-416D-AC53-9E3850F95BE3}" type="presParOf" srcId="{E875EC4D-114B-417C-A0DD-23D4829C1218}" destId="{8069056E-557E-4FA9-92F1-8AE58029E3F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7BDAFC-4F9E-43CE-9BAE-C30B9FA71F7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DD87F2-D6F8-4837-A534-D2ED137598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Faster 5G and 6G support.   [12]</a:t>
          </a:r>
        </a:p>
      </dgm:t>
    </dgm:pt>
    <dgm:pt modelId="{DE2C5133-1BBF-4FD2-917B-027BD3A01159}" type="parTrans" cxnId="{924B6183-2E8C-444E-A26B-18E1CFCF7C46}">
      <dgm:prSet/>
      <dgm:spPr/>
      <dgm:t>
        <a:bodyPr/>
        <a:lstStyle/>
        <a:p>
          <a:endParaRPr lang="en-US"/>
        </a:p>
      </dgm:t>
    </dgm:pt>
    <dgm:pt modelId="{6BEEF312-5D6D-44B0-A8F2-20E7E6D0137D}" type="sibTrans" cxnId="{924B6183-2E8C-444E-A26B-18E1CFCF7C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A06C798-2AF7-4D90-BADD-B6B62C1BB6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Smart cities.</a:t>
          </a:r>
        </a:p>
      </dgm:t>
    </dgm:pt>
    <dgm:pt modelId="{156C4FE5-7EA9-4FE3-82E0-13C5760F92F2}" type="parTrans" cxnId="{8317E55B-B48B-4639-82F5-BEFBF2B128A9}">
      <dgm:prSet/>
      <dgm:spPr/>
      <dgm:t>
        <a:bodyPr/>
        <a:lstStyle/>
        <a:p>
          <a:endParaRPr lang="en-US"/>
        </a:p>
      </dgm:t>
    </dgm:pt>
    <dgm:pt modelId="{4B22EB0B-DA20-4FB2-A7CF-21AAE64A3A37}" type="sibTrans" cxnId="{8317E55B-B48B-4639-82F5-BEFBF2B128A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AA3E16-C38E-447C-B4A5-CFE8133A5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 and cloud system.</a:t>
          </a:r>
        </a:p>
      </dgm:t>
    </dgm:pt>
    <dgm:pt modelId="{529EBEBF-A42A-4FFD-9D70-2BA00451A6BB}" type="parTrans" cxnId="{B299A2C1-DC63-43BF-AB5E-443226B665D8}">
      <dgm:prSet/>
      <dgm:spPr/>
      <dgm:t>
        <a:bodyPr/>
        <a:lstStyle/>
        <a:p>
          <a:endParaRPr lang="en-US"/>
        </a:p>
      </dgm:t>
    </dgm:pt>
    <dgm:pt modelId="{A4AB392F-4688-4147-A79F-AC0857962ED6}" type="sibTrans" cxnId="{B299A2C1-DC63-43BF-AB5E-443226B665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E9E1BB-3500-4530-9DA8-E786802385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Better global communication.</a:t>
          </a:r>
        </a:p>
      </dgm:t>
    </dgm:pt>
    <dgm:pt modelId="{E40D1CA2-6FD6-4F6C-AF3C-D9CD060A11F9}" type="parTrans" cxnId="{B6DECF8A-7A11-44A3-8130-043F7CDA606B}">
      <dgm:prSet/>
      <dgm:spPr/>
      <dgm:t>
        <a:bodyPr/>
        <a:lstStyle/>
        <a:p>
          <a:endParaRPr lang="en-US"/>
        </a:p>
      </dgm:t>
    </dgm:pt>
    <dgm:pt modelId="{7B45E89A-D16F-4234-8CF7-8DC5119713A2}" type="sibTrans" cxnId="{B6DECF8A-7A11-44A3-8130-043F7CDA606B}">
      <dgm:prSet/>
      <dgm:spPr/>
      <dgm:t>
        <a:bodyPr/>
        <a:lstStyle/>
        <a:p>
          <a:endParaRPr lang="en-US"/>
        </a:p>
      </dgm:t>
    </dgm:pt>
    <dgm:pt modelId="{2D1FFE1F-BBB5-434F-B496-9EDD5BA17231}" type="pres">
      <dgm:prSet presAssocID="{257BDAFC-4F9E-43CE-9BAE-C30B9FA71F7A}" presName="root" presStyleCnt="0">
        <dgm:presLayoutVars>
          <dgm:dir/>
          <dgm:resizeHandles val="exact"/>
        </dgm:presLayoutVars>
      </dgm:prSet>
      <dgm:spPr/>
    </dgm:pt>
    <dgm:pt modelId="{FC12F4B3-A58E-42C0-91F4-750EB13EE60F}" type="pres">
      <dgm:prSet presAssocID="{257BDAFC-4F9E-43CE-9BAE-C30B9FA71F7A}" presName="container" presStyleCnt="0">
        <dgm:presLayoutVars>
          <dgm:dir/>
          <dgm:resizeHandles val="exact"/>
        </dgm:presLayoutVars>
      </dgm:prSet>
      <dgm:spPr/>
    </dgm:pt>
    <dgm:pt modelId="{3538C5C5-311A-4A38-BDA2-D10CC95DB92F}" type="pres">
      <dgm:prSet presAssocID="{83DD87F2-D6F8-4837-A534-D2ED13759844}" presName="compNode" presStyleCnt="0"/>
      <dgm:spPr/>
    </dgm:pt>
    <dgm:pt modelId="{A3416C94-5B6A-40B1-9A68-DC889684E8D5}" type="pres">
      <dgm:prSet presAssocID="{83DD87F2-D6F8-4837-A534-D2ED13759844}" presName="iconBgRect" presStyleLbl="bgShp" presStyleIdx="0" presStyleCnt="4"/>
      <dgm:spPr/>
    </dgm:pt>
    <dgm:pt modelId="{3856A6E9-64C1-4609-A55E-A64B07471D8F}" type="pres">
      <dgm:prSet presAssocID="{83DD87F2-D6F8-4837-A534-D2ED137598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2D9D20F9-06C1-4618-BD9B-990CC6CA9BCC}" type="pres">
      <dgm:prSet presAssocID="{83DD87F2-D6F8-4837-A534-D2ED13759844}" presName="spaceRect" presStyleCnt="0"/>
      <dgm:spPr/>
    </dgm:pt>
    <dgm:pt modelId="{8E34473B-4D22-4DD6-BDF5-6CA5FA3E2AD1}" type="pres">
      <dgm:prSet presAssocID="{83DD87F2-D6F8-4837-A534-D2ED13759844}" presName="textRect" presStyleLbl="revTx" presStyleIdx="0" presStyleCnt="4">
        <dgm:presLayoutVars>
          <dgm:chMax val="1"/>
          <dgm:chPref val="1"/>
        </dgm:presLayoutVars>
      </dgm:prSet>
      <dgm:spPr/>
    </dgm:pt>
    <dgm:pt modelId="{30A1569C-0EB0-421C-AFD9-4B4339AFFD36}" type="pres">
      <dgm:prSet presAssocID="{6BEEF312-5D6D-44B0-A8F2-20E7E6D0137D}" presName="sibTrans" presStyleLbl="sibTrans2D1" presStyleIdx="0" presStyleCnt="0"/>
      <dgm:spPr/>
    </dgm:pt>
    <dgm:pt modelId="{1F1112B4-582F-45C0-9B00-540D9F20BE92}" type="pres">
      <dgm:prSet presAssocID="{AA06C798-2AF7-4D90-BADD-B6B62C1BB6DD}" presName="compNode" presStyleCnt="0"/>
      <dgm:spPr/>
    </dgm:pt>
    <dgm:pt modelId="{C1719965-7C06-493C-AB5B-2A3BEC6ECAFD}" type="pres">
      <dgm:prSet presAssocID="{AA06C798-2AF7-4D90-BADD-B6B62C1BB6DD}" presName="iconBgRect" presStyleLbl="bgShp" presStyleIdx="1" presStyleCnt="4"/>
      <dgm:spPr/>
    </dgm:pt>
    <dgm:pt modelId="{E107FA7B-B18E-4A44-AF6A-E0441B5049C2}" type="pres">
      <dgm:prSet presAssocID="{AA06C798-2AF7-4D90-BADD-B6B62C1BB6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660F82B8-E9C9-4FBC-AEEE-B6252F1791C2}" type="pres">
      <dgm:prSet presAssocID="{AA06C798-2AF7-4D90-BADD-B6B62C1BB6DD}" presName="spaceRect" presStyleCnt="0"/>
      <dgm:spPr/>
    </dgm:pt>
    <dgm:pt modelId="{12EC497C-0B62-4E97-B400-E6EA4887DBB0}" type="pres">
      <dgm:prSet presAssocID="{AA06C798-2AF7-4D90-BADD-B6B62C1BB6DD}" presName="textRect" presStyleLbl="revTx" presStyleIdx="1" presStyleCnt="4">
        <dgm:presLayoutVars>
          <dgm:chMax val="1"/>
          <dgm:chPref val="1"/>
        </dgm:presLayoutVars>
      </dgm:prSet>
      <dgm:spPr/>
    </dgm:pt>
    <dgm:pt modelId="{7702D172-951C-4154-8AF5-98AAD8183DC3}" type="pres">
      <dgm:prSet presAssocID="{4B22EB0B-DA20-4FB2-A7CF-21AAE64A3A37}" presName="sibTrans" presStyleLbl="sibTrans2D1" presStyleIdx="0" presStyleCnt="0"/>
      <dgm:spPr/>
    </dgm:pt>
    <dgm:pt modelId="{A2F79A02-64EF-45BC-BE2A-63AEFDD3D802}" type="pres">
      <dgm:prSet presAssocID="{BEAA3E16-C38E-447C-B4A5-CFE8133A5968}" presName="compNode" presStyleCnt="0"/>
      <dgm:spPr/>
    </dgm:pt>
    <dgm:pt modelId="{1FF49E88-A284-4FF4-B39A-FEB5C5DD16D5}" type="pres">
      <dgm:prSet presAssocID="{BEAA3E16-C38E-447C-B4A5-CFE8133A5968}" presName="iconBgRect" presStyleLbl="bgShp" presStyleIdx="2" presStyleCnt="4"/>
      <dgm:spPr/>
    </dgm:pt>
    <dgm:pt modelId="{FCDFED50-C0C1-4607-87A2-E4D849A58E4A}" type="pres">
      <dgm:prSet presAssocID="{BEAA3E16-C38E-447C-B4A5-CFE8133A596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7016D45-CD91-4BAA-B86D-CD8B8A2BBDD2}" type="pres">
      <dgm:prSet presAssocID="{BEAA3E16-C38E-447C-B4A5-CFE8133A5968}" presName="spaceRect" presStyleCnt="0"/>
      <dgm:spPr/>
    </dgm:pt>
    <dgm:pt modelId="{66CF8955-9659-41AB-99B9-0123FD8C2E96}" type="pres">
      <dgm:prSet presAssocID="{BEAA3E16-C38E-447C-B4A5-CFE8133A5968}" presName="textRect" presStyleLbl="revTx" presStyleIdx="2" presStyleCnt="4">
        <dgm:presLayoutVars>
          <dgm:chMax val="1"/>
          <dgm:chPref val="1"/>
        </dgm:presLayoutVars>
      </dgm:prSet>
      <dgm:spPr/>
    </dgm:pt>
    <dgm:pt modelId="{B1DC5A2F-1D80-4597-A9B4-0DED4379A316}" type="pres">
      <dgm:prSet presAssocID="{A4AB392F-4688-4147-A79F-AC0857962ED6}" presName="sibTrans" presStyleLbl="sibTrans2D1" presStyleIdx="0" presStyleCnt="0"/>
      <dgm:spPr/>
    </dgm:pt>
    <dgm:pt modelId="{9D47CD49-7399-4C55-B0CB-A6331B1D5086}" type="pres">
      <dgm:prSet presAssocID="{8BE9E1BB-3500-4530-9DA8-E7868023852F}" presName="compNode" presStyleCnt="0"/>
      <dgm:spPr/>
    </dgm:pt>
    <dgm:pt modelId="{4D90AE31-C621-48E9-8383-52CAEE2D9143}" type="pres">
      <dgm:prSet presAssocID="{8BE9E1BB-3500-4530-9DA8-E7868023852F}" presName="iconBgRect" presStyleLbl="bgShp" presStyleIdx="3" presStyleCnt="4"/>
      <dgm:spPr/>
    </dgm:pt>
    <dgm:pt modelId="{0DA7E0D6-69B4-44B4-8689-75BAFF716AD1}" type="pres">
      <dgm:prSet presAssocID="{8BE9E1BB-3500-4530-9DA8-E7868023852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FECEA6AF-D00E-4B3B-8D4D-FD113E4407B3}" type="pres">
      <dgm:prSet presAssocID="{8BE9E1BB-3500-4530-9DA8-E7868023852F}" presName="spaceRect" presStyleCnt="0"/>
      <dgm:spPr/>
    </dgm:pt>
    <dgm:pt modelId="{F6C55D3F-2DAD-486F-9ACE-4E0FE139377C}" type="pres">
      <dgm:prSet presAssocID="{8BE9E1BB-3500-4530-9DA8-E7868023852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F5BE1A-28E4-46DF-BBA6-CFFED5DDF8CE}" type="presOf" srcId="{6BEEF312-5D6D-44B0-A8F2-20E7E6D0137D}" destId="{30A1569C-0EB0-421C-AFD9-4B4339AFFD36}" srcOrd="0" destOrd="0" presId="urn:microsoft.com/office/officeart/2018/2/layout/IconCircleList"/>
    <dgm:cxn modelId="{CE88E73B-0144-4D9D-94AA-B8BB2D57155A}" type="presOf" srcId="{8BE9E1BB-3500-4530-9DA8-E7868023852F}" destId="{F6C55D3F-2DAD-486F-9ACE-4E0FE139377C}" srcOrd="0" destOrd="0" presId="urn:microsoft.com/office/officeart/2018/2/layout/IconCircleList"/>
    <dgm:cxn modelId="{8317E55B-B48B-4639-82F5-BEFBF2B128A9}" srcId="{257BDAFC-4F9E-43CE-9BAE-C30B9FA71F7A}" destId="{AA06C798-2AF7-4D90-BADD-B6B62C1BB6DD}" srcOrd="1" destOrd="0" parTransId="{156C4FE5-7EA9-4FE3-82E0-13C5760F92F2}" sibTransId="{4B22EB0B-DA20-4FB2-A7CF-21AAE64A3A37}"/>
    <dgm:cxn modelId="{23C8CC69-6F77-4125-965F-211E2A1A534D}" type="presOf" srcId="{AA06C798-2AF7-4D90-BADD-B6B62C1BB6DD}" destId="{12EC497C-0B62-4E97-B400-E6EA4887DBB0}" srcOrd="0" destOrd="0" presId="urn:microsoft.com/office/officeart/2018/2/layout/IconCircleList"/>
    <dgm:cxn modelId="{FF60034E-79AB-4B43-A69E-54D20BE047B0}" type="presOf" srcId="{257BDAFC-4F9E-43CE-9BAE-C30B9FA71F7A}" destId="{2D1FFE1F-BBB5-434F-B496-9EDD5BA17231}" srcOrd="0" destOrd="0" presId="urn:microsoft.com/office/officeart/2018/2/layout/IconCircleList"/>
    <dgm:cxn modelId="{924B6183-2E8C-444E-A26B-18E1CFCF7C46}" srcId="{257BDAFC-4F9E-43CE-9BAE-C30B9FA71F7A}" destId="{83DD87F2-D6F8-4837-A534-D2ED13759844}" srcOrd="0" destOrd="0" parTransId="{DE2C5133-1BBF-4FD2-917B-027BD3A01159}" sibTransId="{6BEEF312-5D6D-44B0-A8F2-20E7E6D0137D}"/>
    <dgm:cxn modelId="{B6DECF8A-7A11-44A3-8130-043F7CDA606B}" srcId="{257BDAFC-4F9E-43CE-9BAE-C30B9FA71F7A}" destId="{8BE9E1BB-3500-4530-9DA8-E7868023852F}" srcOrd="3" destOrd="0" parTransId="{E40D1CA2-6FD6-4F6C-AF3C-D9CD060A11F9}" sibTransId="{7B45E89A-D16F-4234-8CF7-8DC5119713A2}"/>
    <dgm:cxn modelId="{9CA951A2-17C1-4BAD-8FF2-C30147BBD20F}" type="presOf" srcId="{83DD87F2-D6F8-4837-A534-D2ED13759844}" destId="{8E34473B-4D22-4DD6-BDF5-6CA5FA3E2AD1}" srcOrd="0" destOrd="0" presId="urn:microsoft.com/office/officeart/2018/2/layout/IconCircleList"/>
    <dgm:cxn modelId="{B299A2C1-DC63-43BF-AB5E-443226B665D8}" srcId="{257BDAFC-4F9E-43CE-9BAE-C30B9FA71F7A}" destId="{BEAA3E16-C38E-447C-B4A5-CFE8133A5968}" srcOrd="2" destOrd="0" parTransId="{529EBEBF-A42A-4FFD-9D70-2BA00451A6BB}" sibTransId="{A4AB392F-4688-4147-A79F-AC0857962ED6}"/>
    <dgm:cxn modelId="{F77621D7-8819-454D-9078-D73A4D484C10}" type="presOf" srcId="{BEAA3E16-C38E-447C-B4A5-CFE8133A5968}" destId="{66CF8955-9659-41AB-99B9-0123FD8C2E96}" srcOrd="0" destOrd="0" presId="urn:microsoft.com/office/officeart/2018/2/layout/IconCircleList"/>
    <dgm:cxn modelId="{8E70BAE8-E29C-4DFE-9AE6-566D680AB1FF}" type="presOf" srcId="{4B22EB0B-DA20-4FB2-A7CF-21AAE64A3A37}" destId="{7702D172-951C-4154-8AF5-98AAD8183DC3}" srcOrd="0" destOrd="0" presId="urn:microsoft.com/office/officeart/2018/2/layout/IconCircleList"/>
    <dgm:cxn modelId="{1CE792EE-E1FB-4ED6-B99C-37A0C6BFFE1C}" type="presOf" srcId="{A4AB392F-4688-4147-A79F-AC0857962ED6}" destId="{B1DC5A2F-1D80-4597-A9B4-0DED4379A316}" srcOrd="0" destOrd="0" presId="urn:microsoft.com/office/officeart/2018/2/layout/IconCircleList"/>
    <dgm:cxn modelId="{C916A46F-D0E1-4EED-9809-15A89B1074B9}" type="presParOf" srcId="{2D1FFE1F-BBB5-434F-B496-9EDD5BA17231}" destId="{FC12F4B3-A58E-42C0-91F4-750EB13EE60F}" srcOrd="0" destOrd="0" presId="urn:microsoft.com/office/officeart/2018/2/layout/IconCircleList"/>
    <dgm:cxn modelId="{3FD0C27A-619E-4488-B7CD-4489D9B24381}" type="presParOf" srcId="{FC12F4B3-A58E-42C0-91F4-750EB13EE60F}" destId="{3538C5C5-311A-4A38-BDA2-D10CC95DB92F}" srcOrd="0" destOrd="0" presId="urn:microsoft.com/office/officeart/2018/2/layout/IconCircleList"/>
    <dgm:cxn modelId="{3379A5E2-9D40-4C59-9590-90B37702B6B5}" type="presParOf" srcId="{3538C5C5-311A-4A38-BDA2-D10CC95DB92F}" destId="{A3416C94-5B6A-40B1-9A68-DC889684E8D5}" srcOrd="0" destOrd="0" presId="urn:microsoft.com/office/officeart/2018/2/layout/IconCircleList"/>
    <dgm:cxn modelId="{6EAD18C3-57EA-445D-83E7-231BE77F88CF}" type="presParOf" srcId="{3538C5C5-311A-4A38-BDA2-D10CC95DB92F}" destId="{3856A6E9-64C1-4609-A55E-A64B07471D8F}" srcOrd="1" destOrd="0" presId="urn:microsoft.com/office/officeart/2018/2/layout/IconCircleList"/>
    <dgm:cxn modelId="{3741BB52-7B5B-42FF-9E0B-1C6EA8C173E1}" type="presParOf" srcId="{3538C5C5-311A-4A38-BDA2-D10CC95DB92F}" destId="{2D9D20F9-06C1-4618-BD9B-990CC6CA9BCC}" srcOrd="2" destOrd="0" presId="urn:microsoft.com/office/officeart/2018/2/layout/IconCircleList"/>
    <dgm:cxn modelId="{73B7C2D8-A36C-4CC9-9101-26E716DAEF3E}" type="presParOf" srcId="{3538C5C5-311A-4A38-BDA2-D10CC95DB92F}" destId="{8E34473B-4D22-4DD6-BDF5-6CA5FA3E2AD1}" srcOrd="3" destOrd="0" presId="urn:microsoft.com/office/officeart/2018/2/layout/IconCircleList"/>
    <dgm:cxn modelId="{CA64C3B6-C3F3-4C3C-94CA-CADD865D7B6F}" type="presParOf" srcId="{FC12F4B3-A58E-42C0-91F4-750EB13EE60F}" destId="{30A1569C-0EB0-421C-AFD9-4B4339AFFD36}" srcOrd="1" destOrd="0" presId="urn:microsoft.com/office/officeart/2018/2/layout/IconCircleList"/>
    <dgm:cxn modelId="{9617DE97-8966-4E25-8B51-24B17E2ADEBC}" type="presParOf" srcId="{FC12F4B3-A58E-42C0-91F4-750EB13EE60F}" destId="{1F1112B4-582F-45C0-9B00-540D9F20BE92}" srcOrd="2" destOrd="0" presId="urn:microsoft.com/office/officeart/2018/2/layout/IconCircleList"/>
    <dgm:cxn modelId="{8E7D8A50-F827-4F2D-B09C-837F9195D4A3}" type="presParOf" srcId="{1F1112B4-582F-45C0-9B00-540D9F20BE92}" destId="{C1719965-7C06-493C-AB5B-2A3BEC6ECAFD}" srcOrd="0" destOrd="0" presId="urn:microsoft.com/office/officeart/2018/2/layout/IconCircleList"/>
    <dgm:cxn modelId="{515F6A0B-8227-4DC7-BF33-1AC0A77BEA83}" type="presParOf" srcId="{1F1112B4-582F-45C0-9B00-540D9F20BE92}" destId="{E107FA7B-B18E-4A44-AF6A-E0441B5049C2}" srcOrd="1" destOrd="0" presId="urn:microsoft.com/office/officeart/2018/2/layout/IconCircleList"/>
    <dgm:cxn modelId="{2B24D46E-C59E-4EFC-AA5C-2B66F696BCDE}" type="presParOf" srcId="{1F1112B4-582F-45C0-9B00-540D9F20BE92}" destId="{660F82B8-E9C9-4FBC-AEEE-B6252F1791C2}" srcOrd="2" destOrd="0" presId="urn:microsoft.com/office/officeart/2018/2/layout/IconCircleList"/>
    <dgm:cxn modelId="{8143E4D1-08CA-44CB-A4A9-D9CE29E4E1A7}" type="presParOf" srcId="{1F1112B4-582F-45C0-9B00-540D9F20BE92}" destId="{12EC497C-0B62-4E97-B400-E6EA4887DBB0}" srcOrd="3" destOrd="0" presId="urn:microsoft.com/office/officeart/2018/2/layout/IconCircleList"/>
    <dgm:cxn modelId="{D5BBFA98-C6D7-431F-88D7-BB466084E4D2}" type="presParOf" srcId="{FC12F4B3-A58E-42C0-91F4-750EB13EE60F}" destId="{7702D172-951C-4154-8AF5-98AAD8183DC3}" srcOrd="3" destOrd="0" presId="urn:microsoft.com/office/officeart/2018/2/layout/IconCircleList"/>
    <dgm:cxn modelId="{B3402D6C-9A59-42EC-8BBB-874DEB83CE57}" type="presParOf" srcId="{FC12F4B3-A58E-42C0-91F4-750EB13EE60F}" destId="{A2F79A02-64EF-45BC-BE2A-63AEFDD3D802}" srcOrd="4" destOrd="0" presId="urn:microsoft.com/office/officeart/2018/2/layout/IconCircleList"/>
    <dgm:cxn modelId="{081184D2-1B01-4FCC-8422-284AAF3AC7BC}" type="presParOf" srcId="{A2F79A02-64EF-45BC-BE2A-63AEFDD3D802}" destId="{1FF49E88-A284-4FF4-B39A-FEB5C5DD16D5}" srcOrd="0" destOrd="0" presId="urn:microsoft.com/office/officeart/2018/2/layout/IconCircleList"/>
    <dgm:cxn modelId="{B5D1FE36-8339-4C76-A466-0BEB733BA9DA}" type="presParOf" srcId="{A2F79A02-64EF-45BC-BE2A-63AEFDD3D802}" destId="{FCDFED50-C0C1-4607-87A2-E4D849A58E4A}" srcOrd="1" destOrd="0" presId="urn:microsoft.com/office/officeart/2018/2/layout/IconCircleList"/>
    <dgm:cxn modelId="{FA3A1DFC-0C3B-4347-8CEC-D88C92543DFA}" type="presParOf" srcId="{A2F79A02-64EF-45BC-BE2A-63AEFDD3D802}" destId="{77016D45-CD91-4BAA-B86D-CD8B8A2BBDD2}" srcOrd="2" destOrd="0" presId="urn:microsoft.com/office/officeart/2018/2/layout/IconCircleList"/>
    <dgm:cxn modelId="{BCC14346-AE44-484C-9B55-234621FF11CC}" type="presParOf" srcId="{A2F79A02-64EF-45BC-BE2A-63AEFDD3D802}" destId="{66CF8955-9659-41AB-99B9-0123FD8C2E96}" srcOrd="3" destOrd="0" presId="urn:microsoft.com/office/officeart/2018/2/layout/IconCircleList"/>
    <dgm:cxn modelId="{C3429F8E-E1FC-482B-A515-73CBD6C4A9F2}" type="presParOf" srcId="{FC12F4B3-A58E-42C0-91F4-750EB13EE60F}" destId="{B1DC5A2F-1D80-4597-A9B4-0DED4379A316}" srcOrd="5" destOrd="0" presId="urn:microsoft.com/office/officeart/2018/2/layout/IconCircleList"/>
    <dgm:cxn modelId="{591E3D36-88A6-4833-AF9B-254592578DAE}" type="presParOf" srcId="{FC12F4B3-A58E-42C0-91F4-750EB13EE60F}" destId="{9D47CD49-7399-4C55-B0CB-A6331B1D5086}" srcOrd="6" destOrd="0" presId="urn:microsoft.com/office/officeart/2018/2/layout/IconCircleList"/>
    <dgm:cxn modelId="{D5E6562B-BEE9-479A-BDB7-5E0C759091AA}" type="presParOf" srcId="{9D47CD49-7399-4C55-B0CB-A6331B1D5086}" destId="{4D90AE31-C621-48E9-8383-52CAEE2D9143}" srcOrd="0" destOrd="0" presId="urn:microsoft.com/office/officeart/2018/2/layout/IconCircleList"/>
    <dgm:cxn modelId="{735F23ED-A4AE-4A57-B14E-1DC200E94865}" type="presParOf" srcId="{9D47CD49-7399-4C55-B0CB-A6331B1D5086}" destId="{0DA7E0D6-69B4-44B4-8689-75BAFF716AD1}" srcOrd="1" destOrd="0" presId="urn:microsoft.com/office/officeart/2018/2/layout/IconCircleList"/>
    <dgm:cxn modelId="{4574000D-7664-4930-AF83-1FA9DC5F2D1C}" type="presParOf" srcId="{9D47CD49-7399-4C55-B0CB-A6331B1D5086}" destId="{FECEA6AF-D00E-4B3B-8D4D-FD113E4407B3}" srcOrd="2" destOrd="0" presId="urn:microsoft.com/office/officeart/2018/2/layout/IconCircleList"/>
    <dgm:cxn modelId="{16D2D343-18F4-4315-A2EB-5FF195AE6A18}" type="presParOf" srcId="{9D47CD49-7399-4C55-B0CB-A6331B1D5086}" destId="{F6C55D3F-2DAD-486F-9ACE-4E0FE139377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E19CF5-3D95-476D-B2C0-8C7174C6F9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413373-EA29-44BF-AB03-276331C5D9B1}">
      <dgm:prSet/>
      <dgm:spPr/>
      <dgm:t>
        <a:bodyPr/>
        <a:lstStyle/>
        <a:p>
          <a:r>
            <a:rPr lang="en-US"/>
            <a:t>John Tyndall.</a:t>
          </a:r>
        </a:p>
      </dgm:t>
    </dgm:pt>
    <dgm:pt modelId="{68AC6218-686A-4175-9821-08EADD2194D5}" type="parTrans" cxnId="{87CB6504-517C-447A-9ED9-7AEEEE0C15A6}">
      <dgm:prSet/>
      <dgm:spPr/>
      <dgm:t>
        <a:bodyPr/>
        <a:lstStyle/>
        <a:p>
          <a:endParaRPr lang="en-US"/>
        </a:p>
      </dgm:t>
    </dgm:pt>
    <dgm:pt modelId="{F94F904C-972C-4B75-8CEA-60AC7DA58A66}" type="sibTrans" cxnId="{87CB6504-517C-447A-9ED9-7AEEEE0C15A6}">
      <dgm:prSet/>
      <dgm:spPr/>
      <dgm:t>
        <a:bodyPr/>
        <a:lstStyle/>
        <a:p>
          <a:endParaRPr lang="en-US"/>
        </a:p>
      </dgm:t>
    </dgm:pt>
    <dgm:pt modelId="{B31DBD57-6E77-40A2-99C3-560280A7C59C}">
      <dgm:prSet/>
      <dgm:spPr/>
      <dgm:t>
        <a:bodyPr/>
        <a:lstStyle/>
        <a:p>
          <a:r>
            <a:rPr lang="en-US"/>
            <a:t>Heinrich Lamm.</a:t>
          </a:r>
        </a:p>
      </dgm:t>
    </dgm:pt>
    <dgm:pt modelId="{5C50772E-86B3-43CB-9940-5DD554AE9CA5}" type="parTrans" cxnId="{4FB85B82-7658-42F6-86E3-0101DCD8E852}">
      <dgm:prSet/>
      <dgm:spPr/>
      <dgm:t>
        <a:bodyPr/>
        <a:lstStyle/>
        <a:p>
          <a:endParaRPr lang="en-US"/>
        </a:p>
      </dgm:t>
    </dgm:pt>
    <dgm:pt modelId="{9AF055B3-B0AF-4265-914F-5F06EF776189}" type="sibTrans" cxnId="{4FB85B82-7658-42F6-86E3-0101DCD8E852}">
      <dgm:prSet/>
      <dgm:spPr/>
      <dgm:t>
        <a:bodyPr/>
        <a:lstStyle/>
        <a:p>
          <a:endParaRPr lang="en-US"/>
        </a:p>
      </dgm:t>
    </dgm:pt>
    <dgm:pt modelId="{49CAAE50-E68F-47CC-BFFF-AAF26E9A599A}">
      <dgm:prSet/>
      <dgm:spPr/>
      <dgm:t>
        <a:bodyPr/>
        <a:lstStyle/>
        <a:p>
          <a:r>
            <a:rPr lang="en-US"/>
            <a:t>Narinder Kapany.</a:t>
          </a:r>
        </a:p>
      </dgm:t>
    </dgm:pt>
    <dgm:pt modelId="{872D833B-64F4-4D8D-9CFC-1A7EE8F43F2E}" type="parTrans" cxnId="{9FC930FA-4334-4C5A-8C24-326FD1BCEF79}">
      <dgm:prSet/>
      <dgm:spPr/>
      <dgm:t>
        <a:bodyPr/>
        <a:lstStyle/>
        <a:p>
          <a:endParaRPr lang="en-US"/>
        </a:p>
      </dgm:t>
    </dgm:pt>
    <dgm:pt modelId="{9A7B40D1-D6CF-417E-BD34-2C591CCB9A76}" type="sibTrans" cxnId="{9FC930FA-4334-4C5A-8C24-326FD1BCEF79}">
      <dgm:prSet/>
      <dgm:spPr/>
      <dgm:t>
        <a:bodyPr/>
        <a:lstStyle/>
        <a:p>
          <a:endParaRPr lang="en-US"/>
        </a:p>
      </dgm:t>
    </dgm:pt>
    <dgm:pt modelId="{7629F329-46C7-479A-A449-3BD57BF2F546}">
      <dgm:prSet/>
      <dgm:spPr/>
      <dgm:t>
        <a:bodyPr/>
        <a:lstStyle/>
        <a:p>
          <a:r>
            <a:rPr lang="en-US"/>
            <a:t>Charles Kao.</a:t>
          </a:r>
        </a:p>
      </dgm:t>
    </dgm:pt>
    <dgm:pt modelId="{33A77260-71E1-4AE5-9386-50B97A17BE90}" type="parTrans" cxnId="{7BC63171-287E-4BDB-B5FD-258D4E38189B}">
      <dgm:prSet/>
      <dgm:spPr/>
      <dgm:t>
        <a:bodyPr/>
        <a:lstStyle/>
        <a:p>
          <a:endParaRPr lang="en-US"/>
        </a:p>
      </dgm:t>
    </dgm:pt>
    <dgm:pt modelId="{B3C9D56D-BFC1-43C6-9D06-0C72D065C8AA}" type="sibTrans" cxnId="{7BC63171-287E-4BDB-B5FD-258D4E38189B}">
      <dgm:prSet/>
      <dgm:spPr/>
      <dgm:t>
        <a:bodyPr/>
        <a:lstStyle/>
        <a:p>
          <a:endParaRPr lang="en-US"/>
        </a:p>
      </dgm:t>
    </dgm:pt>
    <dgm:pt modelId="{D678F62F-36AE-4D0B-8874-1532CE201C94}" type="pres">
      <dgm:prSet presAssocID="{C7E19CF5-3D95-476D-B2C0-8C7174C6F977}" presName="linear" presStyleCnt="0">
        <dgm:presLayoutVars>
          <dgm:animLvl val="lvl"/>
          <dgm:resizeHandles val="exact"/>
        </dgm:presLayoutVars>
      </dgm:prSet>
      <dgm:spPr/>
    </dgm:pt>
    <dgm:pt modelId="{87897167-F61F-4671-9E61-D6ED8C2EBE5D}" type="pres">
      <dgm:prSet presAssocID="{3A413373-EA29-44BF-AB03-276331C5D9B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28498D-D42D-4DDD-AA2B-29F435EA1AFB}" type="pres">
      <dgm:prSet presAssocID="{F94F904C-972C-4B75-8CEA-60AC7DA58A66}" presName="spacer" presStyleCnt="0"/>
      <dgm:spPr/>
    </dgm:pt>
    <dgm:pt modelId="{8FAC05BA-C35B-4E9C-BE1C-B8EF82206EAC}" type="pres">
      <dgm:prSet presAssocID="{B31DBD57-6E77-40A2-99C3-560280A7C5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1D8CDA-C312-4DDE-8654-5B0F89090CB2}" type="pres">
      <dgm:prSet presAssocID="{9AF055B3-B0AF-4265-914F-5F06EF776189}" presName="spacer" presStyleCnt="0"/>
      <dgm:spPr/>
    </dgm:pt>
    <dgm:pt modelId="{D03D7439-3B81-4E27-AE02-541498DF95EB}" type="pres">
      <dgm:prSet presAssocID="{49CAAE50-E68F-47CC-BFFF-AAF26E9A59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466928-4B4D-4677-B580-215C1E51B227}" type="pres">
      <dgm:prSet presAssocID="{9A7B40D1-D6CF-417E-BD34-2C591CCB9A76}" presName="spacer" presStyleCnt="0"/>
      <dgm:spPr/>
    </dgm:pt>
    <dgm:pt modelId="{77B60A70-1B19-4508-BE79-76EDBFCF9CE0}" type="pres">
      <dgm:prSet presAssocID="{7629F329-46C7-479A-A449-3BD57BF2F5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CB6504-517C-447A-9ED9-7AEEEE0C15A6}" srcId="{C7E19CF5-3D95-476D-B2C0-8C7174C6F977}" destId="{3A413373-EA29-44BF-AB03-276331C5D9B1}" srcOrd="0" destOrd="0" parTransId="{68AC6218-686A-4175-9821-08EADD2194D5}" sibTransId="{F94F904C-972C-4B75-8CEA-60AC7DA58A66}"/>
    <dgm:cxn modelId="{0A78F809-461B-4A96-BBB6-086C6F9DCD49}" type="presOf" srcId="{C7E19CF5-3D95-476D-B2C0-8C7174C6F977}" destId="{D678F62F-36AE-4D0B-8874-1532CE201C94}" srcOrd="0" destOrd="0" presId="urn:microsoft.com/office/officeart/2005/8/layout/vList2"/>
    <dgm:cxn modelId="{E402D95E-7517-42CF-8290-65486D50C714}" type="presOf" srcId="{49CAAE50-E68F-47CC-BFFF-AAF26E9A599A}" destId="{D03D7439-3B81-4E27-AE02-541498DF95EB}" srcOrd="0" destOrd="0" presId="urn:microsoft.com/office/officeart/2005/8/layout/vList2"/>
    <dgm:cxn modelId="{7BC63171-287E-4BDB-B5FD-258D4E38189B}" srcId="{C7E19CF5-3D95-476D-B2C0-8C7174C6F977}" destId="{7629F329-46C7-479A-A449-3BD57BF2F546}" srcOrd="3" destOrd="0" parTransId="{33A77260-71E1-4AE5-9386-50B97A17BE90}" sibTransId="{B3C9D56D-BFC1-43C6-9D06-0C72D065C8AA}"/>
    <dgm:cxn modelId="{B9B95372-12DD-4C40-8491-5E03412EC64D}" type="presOf" srcId="{7629F329-46C7-479A-A449-3BD57BF2F546}" destId="{77B60A70-1B19-4508-BE79-76EDBFCF9CE0}" srcOrd="0" destOrd="0" presId="urn:microsoft.com/office/officeart/2005/8/layout/vList2"/>
    <dgm:cxn modelId="{72C9247C-EF55-4A81-8482-E87E1683EF7C}" type="presOf" srcId="{B31DBD57-6E77-40A2-99C3-560280A7C59C}" destId="{8FAC05BA-C35B-4E9C-BE1C-B8EF82206EAC}" srcOrd="0" destOrd="0" presId="urn:microsoft.com/office/officeart/2005/8/layout/vList2"/>
    <dgm:cxn modelId="{4FB85B82-7658-42F6-86E3-0101DCD8E852}" srcId="{C7E19CF5-3D95-476D-B2C0-8C7174C6F977}" destId="{B31DBD57-6E77-40A2-99C3-560280A7C59C}" srcOrd="1" destOrd="0" parTransId="{5C50772E-86B3-43CB-9940-5DD554AE9CA5}" sibTransId="{9AF055B3-B0AF-4265-914F-5F06EF776189}"/>
    <dgm:cxn modelId="{388284EC-9519-4621-A35C-A97233B6117D}" type="presOf" srcId="{3A413373-EA29-44BF-AB03-276331C5D9B1}" destId="{87897167-F61F-4671-9E61-D6ED8C2EBE5D}" srcOrd="0" destOrd="0" presId="urn:microsoft.com/office/officeart/2005/8/layout/vList2"/>
    <dgm:cxn modelId="{9FC930FA-4334-4C5A-8C24-326FD1BCEF79}" srcId="{C7E19CF5-3D95-476D-B2C0-8C7174C6F977}" destId="{49CAAE50-E68F-47CC-BFFF-AAF26E9A599A}" srcOrd="2" destOrd="0" parTransId="{872D833B-64F4-4D8D-9CFC-1A7EE8F43F2E}" sibTransId="{9A7B40D1-D6CF-417E-BD34-2C591CCB9A76}"/>
    <dgm:cxn modelId="{6915CA65-7384-4E36-BE21-A8A90930F17A}" type="presParOf" srcId="{D678F62F-36AE-4D0B-8874-1532CE201C94}" destId="{87897167-F61F-4671-9E61-D6ED8C2EBE5D}" srcOrd="0" destOrd="0" presId="urn:microsoft.com/office/officeart/2005/8/layout/vList2"/>
    <dgm:cxn modelId="{2F89DEA9-94B1-48F7-AE3F-73CBC283615C}" type="presParOf" srcId="{D678F62F-36AE-4D0B-8874-1532CE201C94}" destId="{2F28498D-D42D-4DDD-AA2B-29F435EA1AFB}" srcOrd="1" destOrd="0" presId="urn:microsoft.com/office/officeart/2005/8/layout/vList2"/>
    <dgm:cxn modelId="{9047FFB7-D7DA-48CE-88EB-C6490635B32D}" type="presParOf" srcId="{D678F62F-36AE-4D0B-8874-1532CE201C94}" destId="{8FAC05BA-C35B-4E9C-BE1C-B8EF82206EAC}" srcOrd="2" destOrd="0" presId="urn:microsoft.com/office/officeart/2005/8/layout/vList2"/>
    <dgm:cxn modelId="{B6EF2B66-E4CF-4E33-8F78-5ECD5AB687A0}" type="presParOf" srcId="{D678F62F-36AE-4D0B-8874-1532CE201C94}" destId="{3A1D8CDA-C312-4DDE-8654-5B0F89090CB2}" srcOrd="3" destOrd="0" presId="urn:microsoft.com/office/officeart/2005/8/layout/vList2"/>
    <dgm:cxn modelId="{05247334-EF0C-492B-B370-D38FEDECE0CE}" type="presParOf" srcId="{D678F62F-36AE-4D0B-8874-1532CE201C94}" destId="{D03D7439-3B81-4E27-AE02-541498DF95EB}" srcOrd="4" destOrd="0" presId="urn:microsoft.com/office/officeart/2005/8/layout/vList2"/>
    <dgm:cxn modelId="{39D6449E-EAB0-4DC4-BF0C-38F1A216A581}" type="presParOf" srcId="{D678F62F-36AE-4D0B-8874-1532CE201C94}" destId="{27466928-4B4D-4677-B580-215C1E51B227}" srcOrd="5" destOrd="0" presId="urn:microsoft.com/office/officeart/2005/8/layout/vList2"/>
    <dgm:cxn modelId="{8F3EF353-29A3-4972-B04B-B22FC7997BAC}" type="presParOf" srcId="{D678F62F-36AE-4D0B-8874-1532CE201C94}" destId="{77B60A70-1B19-4508-BE79-76EDBFCF9C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4DED3-7E63-42E8-B71F-2E5BF75EF072}">
      <dsp:nvSpPr>
        <dsp:cNvPr id="0" name=""/>
        <dsp:cNvSpPr/>
      </dsp:nvSpPr>
      <dsp:spPr>
        <a:xfrm>
          <a:off x="488461" y="498860"/>
          <a:ext cx="3201177" cy="8056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D7AB2-7667-4609-ACA0-FBA80223ED4B}">
      <dsp:nvSpPr>
        <dsp:cNvPr id="0" name=""/>
        <dsp:cNvSpPr/>
      </dsp:nvSpPr>
      <dsp:spPr>
        <a:xfrm>
          <a:off x="506245" y="515755"/>
          <a:ext cx="3201177" cy="8056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.</a:t>
          </a:r>
          <a:r>
            <a:rPr lang="en-US" sz="2400" kern="1200" dirty="0"/>
            <a:t>Optical fiber is a thin stand of glass or plastic.</a:t>
          </a:r>
        </a:p>
      </dsp:txBody>
      <dsp:txXfrm>
        <a:off x="529842" y="539352"/>
        <a:ext cx="3153983" cy="758455"/>
      </dsp:txXfrm>
    </dsp:sp>
    <dsp:sp modelId="{54EB62CE-861B-4913-B44D-7C1F172B8EA3}">
      <dsp:nvSpPr>
        <dsp:cNvPr id="0" name=""/>
        <dsp:cNvSpPr/>
      </dsp:nvSpPr>
      <dsp:spPr>
        <a:xfrm rot="10800000" flipV="1">
          <a:off x="508115" y="1461590"/>
          <a:ext cx="3201177" cy="1235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439A0-B4C6-4EB8-8FBF-854B517F6F5E}">
      <dsp:nvSpPr>
        <dsp:cNvPr id="0" name=""/>
        <dsp:cNvSpPr/>
      </dsp:nvSpPr>
      <dsp:spPr>
        <a:xfrm rot="10800000" flipV="1">
          <a:off x="525899" y="1478485"/>
          <a:ext cx="3201177" cy="1235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6893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30" kern="1200" baseline="0" dirty="0"/>
            <a:t>.</a:t>
          </a:r>
          <a:r>
            <a:rPr lang="en-US" sz="2400" kern="1200" baseline="0" dirty="0"/>
            <a:t>It carries information using light signals</a:t>
          </a:r>
          <a:r>
            <a:rPr lang="en-US" sz="830" kern="1200" baseline="0" dirty="0"/>
            <a:t>.</a:t>
          </a:r>
        </a:p>
      </dsp:txBody>
      <dsp:txXfrm rot="-10800000">
        <a:off x="562081" y="1514667"/>
        <a:ext cx="3128813" cy="1162974"/>
      </dsp:txXfrm>
    </dsp:sp>
    <dsp:sp modelId="{FFE7083B-C553-4F6F-BB8E-B1E4C586B764}">
      <dsp:nvSpPr>
        <dsp:cNvPr id="0" name=""/>
        <dsp:cNvSpPr/>
      </dsp:nvSpPr>
      <dsp:spPr>
        <a:xfrm>
          <a:off x="508115" y="2856721"/>
          <a:ext cx="3201177" cy="1184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7ECA6-E22E-4447-8434-1B105B00880D}">
      <dsp:nvSpPr>
        <dsp:cNvPr id="0" name=""/>
        <dsp:cNvSpPr/>
      </dsp:nvSpPr>
      <dsp:spPr>
        <a:xfrm>
          <a:off x="525899" y="2873616"/>
          <a:ext cx="3201177" cy="11841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Used in internet, </a:t>
          </a:r>
          <a:r>
            <a:rPr lang="en-US" sz="2400" kern="1200" dirty="0" err="1"/>
            <a:t>telephone,medical</a:t>
          </a:r>
          <a:r>
            <a:rPr lang="en-US" sz="2400" kern="1200" dirty="0"/>
            <a:t> </a:t>
          </a:r>
          <a:r>
            <a:rPr lang="en-US" sz="2400" kern="1200" dirty="0" err="1"/>
            <a:t>tools,etc</a:t>
          </a:r>
          <a:r>
            <a:rPr lang="en-US" sz="2700" kern="1200" dirty="0"/>
            <a:t>.</a:t>
          </a:r>
        </a:p>
      </dsp:txBody>
      <dsp:txXfrm>
        <a:off x="560582" y="2908299"/>
        <a:ext cx="3131811" cy="1114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49839-5E06-43AC-AA97-A7CF0614404E}">
      <dsp:nvSpPr>
        <dsp:cNvPr id="0" name=""/>
        <dsp:cNvSpPr/>
      </dsp:nvSpPr>
      <dsp:spPr>
        <a:xfrm>
          <a:off x="0" y="682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Broadband internet.</a:t>
          </a:r>
        </a:p>
      </dsp:txBody>
      <dsp:txXfrm>
        <a:off x="38638" y="45464"/>
        <a:ext cx="10438324" cy="714229"/>
      </dsp:txXfrm>
    </dsp:sp>
    <dsp:sp modelId="{2F5F0A70-F751-4B5C-B35E-D70ABCCCE283}">
      <dsp:nvSpPr>
        <dsp:cNvPr id="0" name=""/>
        <dsp:cNvSpPr/>
      </dsp:nvSpPr>
      <dsp:spPr>
        <a:xfrm>
          <a:off x="0" y="89337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Mobile networks.</a:t>
          </a:r>
        </a:p>
      </dsp:txBody>
      <dsp:txXfrm>
        <a:off x="38638" y="932009"/>
        <a:ext cx="10438324" cy="714229"/>
      </dsp:txXfrm>
    </dsp:sp>
    <dsp:sp modelId="{4C781443-ED07-405D-9EB8-66E95A923A35}">
      <dsp:nvSpPr>
        <dsp:cNvPr id="0" name=""/>
        <dsp:cNvSpPr/>
      </dsp:nvSpPr>
      <dsp:spPr>
        <a:xfrm>
          <a:off x="0" y="177991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Cable TV.</a:t>
          </a:r>
        </a:p>
      </dsp:txBody>
      <dsp:txXfrm>
        <a:off x="38638" y="1818554"/>
        <a:ext cx="10438324" cy="714229"/>
      </dsp:txXfrm>
    </dsp:sp>
    <dsp:sp modelId="{62D38D45-49DB-4E8C-8371-2B124F053083}">
      <dsp:nvSpPr>
        <dsp:cNvPr id="0" name=""/>
        <dsp:cNvSpPr/>
      </dsp:nvSpPr>
      <dsp:spPr>
        <a:xfrm>
          <a:off x="0" y="266646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Medical endoscopy.</a:t>
          </a:r>
        </a:p>
      </dsp:txBody>
      <dsp:txXfrm>
        <a:off x="38638" y="2705099"/>
        <a:ext cx="10438324" cy="714229"/>
      </dsp:txXfrm>
    </dsp:sp>
    <dsp:sp modelId="{088D0786-E5E7-440B-A01B-893B4C9E19FC}">
      <dsp:nvSpPr>
        <dsp:cNvPr id="0" name=""/>
        <dsp:cNvSpPr/>
      </dsp:nvSpPr>
      <dsp:spPr>
        <a:xfrm>
          <a:off x="0" y="355300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Military communication.</a:t>
          </a:r>
        </a:p>
      </dsp:txBody>
      <dsp:txXfrm>
        <a:off x="38638" y="3591644"/>
        <a:ext cx="10438324" cy="7142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A6104-8F6D-4DE3-8C93-1E1F41706CC8}">
      <dsp:nvSpPr>
        <dsp:cNvPr id="0" name=""/>
        <dsp:cNvSpPr/>
      </dsp:nvSpPr>
      <dsp:spPr>
        <a:xfrm>
          <a:off x="0" y="271534"/>
          <a:ext cx="46469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36C00-39B2-44AB-8E89-4B6275E49BB6}">
      <dsp:nvSpPr>
        <dsp:cNvPr id="0" name=""/>
        <dsp:cNvSpPr/>
      </dsp:nvSpPr>
      <dsp:spPr>
        <a:xfrm>
          <a:off x="232345" y="35374"/>
          <a:ext cx="325283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49" tIns="0" rIns="12294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Very high speed.</a:t>
          </a:r>
        </a:p>
      </dsp:txBody>
      <dsp:txXfrm>
        <a:off x="255402" y="58431"/>
        <a:ext cx="3206719" cy="426206"/>
      </dsp:txXfrm>
    </dsp:sp>
    <dsp:sp modelId="{D399A621-E53D-448F-925E-B160A638FC96}">
      <dsp:nvSpPr>
        <dsp:cNvPr id="0" name=""/>
        <dsp:cNvSpPr/>
      </dsp:nvSpPr>
      <dsp:spPr>
        <a:xfrm>
          <a:off x="0" y="997294"/>
          <a:ext cx="46469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0D7BE-0211-4B9D-94AA-0F5816D05D52}">
      <dsp:nvSpPr>
        <dsp:cNvPr id="0" name=""/>
        <dsp:cNvSpPr/>
      </dsp:nvSpPr>
      <dsp:spPr>
        <a:xfrm>
          <a:off x="232345" y="761134"/>
          <a:ext cx="325283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49" tIns="0" rIns="12294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Low signal loss.</a:t>
          </a:r>
        </a:p>
      </dsp:txBody>
      <dsp:txXfrm>
        <a:off x="255402" y="784191"/>
        <a:ext cx="3206719" cy="426206"/>
      </dsp:txXfrm>
    </dsp:sp>
    <dsp:sp modelId="{9A0D32DD-9140-4C6A-B72D-F0A7274C1708}">
      <dsp:nvSpPr>
        <dsp:cNvPr id="0" name=""/>
        <dsp:cNvSpPr/>
      </dsp:nvSpPr>
      <dsp:spPr>
        <a:xfrm>
          <a:off x="0" y="1723054"/>
          <a:ext cx="46469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0BBA9-65FE-40DF-B942-CA825EFED9B8}">
      <dsp:nvSpPr>
        <dsp:cNvPr id="0" name=""/>
        <dsp:cNvSpPr/>
      </dsp:nvSpPr>
      <dsp:spPr>
        <a:xfrm>
          <a:off x="232345" y="1486894"/>
          <a:ext cx="325283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49" tIns="0" rIns="12294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Lightweight .</a:t>
          </a:r>
        </a:p>
      </dsp:txBody>
      <dsp:txXfrm>
        <a:off x="255402" y="1509951"/>
        <a:ext cx="3206719" cy="426206"/>
      </dsp:txXfrm>
    </dsp:sp>
    <dsp:sp modelId="{48B31A19-31B9-4FED-8BBA-C33159137FF8}">
      <dsp:nvSpPr>
        <dsp:cNvPr id="0" name=""/>
        <dsp:cNvSpPr/>
      </dsp:nvSpPr>
      <dsp:spPr>
        <a:xfrm>
          <a:off x="0" y="2448814"/>
          <a:ext cx="46469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D1FB9-B90B-4189-AA5D-4B95E5DBD0EB}">
      <dsp:nvSpPr>
        <dsp:cNvPr id="0" name=""/>
        <dsp:cNvSpPr/>
      </dsp:nvSpPr>
      <dsp:spPr>
        <a:xfrm>
          <a:off x="232345" y="2212654"/>
          <a:ext cx="325283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49" tIns="0" rIns="12294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Secure communication.</a:t>
          </a:r>
        </a:p>
      </dsp:txBody>
      <dsp:txXfrm>
        <a:off x="255402" y="2235711"/>
        <a:ext cx="3206719" cy="426206"/>
      </dsp:txXfrm>
    </dsp:sp>
    <dsp:sp modelId="{8069056E-557E-4FA9-92F1-8AE58029E3F2}">
      <dsp:nvSpPr>
        <dsp:cNvPr id="0" name=""/>
        <dsp:cNvSpPr/>
      </dsp:nvSpPr>
      <dsp:spPr>
        <a:xfrm>
          <a:off x="0" y="3174574"/>
          <a:ext cx="46469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59ED1-0E7F-48AB-A328-62F50B0931C4}">
      <dsp:nvSpPr>
        <dsp:cNvPr id="0" name=""/>
        <dsp:cNvSpPr/>
      </dsp:nvSpPr>
      <dsp:spPr>
        <a:xfrm>
          <a:off x="232345" y="2938414"/>
          <a:ext cx="325283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49" tIns="0" rIns="12294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electromagnetic interference.</a:t>
          </a:r>
        </a:p>
      </dsp:txBody>
      <dsp:txXfrm>
        <a:off x="255402" y="2961471"/>
        <a:ext cx="3206719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16C94-5B6A-40B1-9A68-DC889684E8D5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6A6E9-64C1-4609-A55E-A64B07471D8F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4473B-4D22-4DD6-BDF5-6CA5FA3E2AD1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Faster 5G and 6G support.   [12]</a:t>
          </a:r>
        </a:p>
      </dsp:txBody>
      <dsp:txXfrm>
        <a:off x="1834517" y="469890"/>
        <a:ext cx="3148942" cy="1335915"/>
      </dsp:txXfrm>
    </dsp:sp>
    <dsp:sp modelId="{C1719965-7C06-493C-AB5B-2A3BEC6ECAFD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7FA7B-B18E-4A44-AF6A-E0441B5049C2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C497C-0B62-4E97-B400-E6EA4887DBB0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Smart cities.</a:t>
          </a:r>
        </a:p>
      </dsp:txBody>
      <dsp:txXfrm>
        <a:off x="7154322" y="469890"/>
        <a:ext cx="3148942" cy="1335915"/>
      </dsp:txXfrm>
    </dsp:sp>
    <dsp:sp modelId="{1FF49E88-A284-4FF4-B39A-FEB5C5DD16D5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FED50-C0C1-4607-87A2-E4D849A58E4A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F8955-9659-41AB-99B9-0123FD8C2E96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 and cloud system.</a:t>
          </a:r>
        </a:p>
      </dsp:txBody>
      <dsp:txXfrm>
        <a:off x="1834517" y="2545532"/>
        <a:ext cx="3148942" cy="1335915"/>
      </dsp:txXfrm>
    </dsp:sp>
    <dsp:sp modelId="{4D90AE31-C621-48E9-8383-52CAEE2D9143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A7E0D6-69B4-44B4-8689-75BAFF716AD1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55D3F-2DAD-486F-9ACE-4E0FE139377C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Better global communication.</a:t>
          </a:r>
        </a:p>
      </dsp:txBody>
      <dsp:txXfrm>
        <a:off x="7154322" y="2545532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97167-F61F-4671-9E61-D6ED8C2EBE5D}">
      <dsp:nvSpPr>
        <dsp:cNvPr id="0" name=""/>
        <dsp:cNvSpPr/>
      </dsp:nvSpPr>
      <dsp:spPr>
        <a:xfrm>
          <a:off x="0" y="31779"/>
          <a:ext cx="10515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John Tyndall.</a:t>
          </a:r>
        </a:p>
      </dsp:txBody>
      <dsp:txXfrm>
        <a:off x="48005" y="79784"/>
        <a:ext cx="10419590" cy="887374"/>
      </dsp:txXfrm>
    </dsp:sp>
    <dsp:sp modelId="{8FAC05BA-C35B-4E9C-BE1C-B8EF82206EAC}">
      <dsp:nvSpPr>
        <dsp:cNvPr id="0" name=""/>
        <dsp:cNvSpPr/>
      </dsp:nvSpPr>
      <dsp:spPr>
        <a:xfrm>
          <a:off x="0" y="1133244"/>
          <a:ext cx="10515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Heinrich Lamm.</a:t>
          </a:r>
        </a:p>
      </dsp:txBody>
      <dsp:txXfrm>
        <a:off x="48005" y="1181249"/>
        <a:ext cx="10419590" cy="887374"/>
      </dsp:txXfrm>
    </dsp:sp>
    <dsp:sp modelId="{D03D7439-3B81-4E27-AE02-541498DF95EB}">
      <dsp:nvSpPr>
        <dsp:cNvPr id="0" name=""/>
        <dsp:cNvSpPr/>
      </dsp:nvSpPr>
      <dsp:spPr>
        <a:xfrm>
          <a:off x="0" y="2234709"/>
          <a:ext cx="10515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Narinder Kapany.</a:t>
          </a:r>
        </a:p>
      </dsp:txBody>
      <dsp:txXfrm>
        <a:off x="48005" y="2282714"/>
        <a:ext cx="10419590" cy="887374"/>
      </dsp:txXfrm>
    </dsp:sp>
    <dsp:sp modelId="{77B60A70-1B19-4508-BE79-76EDBFCF9CE0}">
      <dsp:nvSpPr>
        <dsp:cNvPr id="0" name=""/>
        <dsp:cNvSpPr/>
      </dsp:nvSpPr>
      <dsp:spPr>
        <a:xfrm>
          <a:off x="0" y="3336174"/>
          <a:ext cx="10515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Charles Kao.</a:t>
          </a:r>
        </a:p>
      </dsp:txBody>
      <dsp:txXfrm>
        <a:off x="48005" y="3384179"/>
        <a:ext cx="10419590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EE844-D42E-4D35-B195-A7213952FCD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F5513-7214-488A-81AA-FC661A4EB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0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23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8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9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17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7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1970, researchers at Corning Glass Works developed the first practical low-loss optical fiber. This was a major breakthrough because it made long-distance fiber communication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22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88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2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optical fiber is used in many </a:t>
            </a:r>
            <a:r>
              <a:rPr lang="en-US" dirty="0" err="1"/>
              <a:t>sectors.It</a:t>
            </a:r>
            <a:r>
              <a:rPr lang="en-US" dirty="0"/>
              <a:t> provides broadband internet ,supports mobile </a:t>
            </a:r>
            <a:r>
              <a:rPr lang="en-US" dirty="0" err="1"/>
              <a:t>networks,cable</a:t>
            </a:r>
            <a:r>
              <a:rPr lang="en-US" dirty="0"/>
              <a:t> </a:t>
            </a:r>
            <a:r>
              <a:rPr lang="en-US" dirty="0" err="1"/>
              <a:t>television,medical</a:t>
            </a:r>
            <a:r>
              <a:rPr lang="en-US" dirty="0"/>
              <a:t> endoscopy and </a:t>
            </a:r>
            <a:r>
              <a:rPr lang="en-US" dirty="0" err="1"/>
              <a:t>scure</a:t>
            </a:r>
            <a:r>
              <a:rPr lang="en-US" dirty="0"/>
              <a:t> military communication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70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58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8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92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39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26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83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F5513-7214-488A-81AA-FC661A4EB88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37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E2D4-110A-422B-B1D3-A8432187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8D4D5-88A9-47E9-9C9A-E7F4C50B0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D46EE-8220-42AB-AD0D-02F6D279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F2E89-47A6-41E2-8E8D-61ADF9D7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2875-08E7-44B6-BA7C-8B51876A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9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59C2-17BA-4F06-93B4-46B4D129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12920-59CF-41F0-854B-DDBEA06D3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36221-263E-4A91-AE6C-7C18F4A1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B1795-A23E-4A00-9F8F-C57071A4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A6249-C02E-4A36-9792-8B53ADD0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3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DF65-6557-4403-B88F-1A4E57A5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E1228-53D2-4773-A880-9EEB17A5C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81DDE-89CB-475D-A813-AD0FAFF5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F3C0-CD10-47D5-B80D-205D18EF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21332-F27F-42A3-8EFC-2034CCFE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1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C3D9-ED0F-47EF-918B-AE0634ED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F68FF-D1B8-4BC7-8F82-18095352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65673-23D3-4E2C-B4AE-120DF59F4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0C37B-90CB-4CDB-A60A-0A17F46E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F6BFA-6FF9-4647-9090-268B30DD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E4103-D072-455F-BB95-3AB021D7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2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A625-62B5-4C2D-BDEC-2CE81A38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22A59-B2FB-4ADA-AACA-3705D347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31E67-5FD6-4D63-861F-63E28604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C2BB3-658E-4C02-A0A1-A68BAEE3B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64727-86A1-4C24-94E3-18B99C4B7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E6C08-0FF2-4B9D-94BD-899969A8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D6444-2F0E-403E-A6FF-3CF2E238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E9AAA-1067-42A2-BCB3-1CA0B575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6499-FF88-4604-AEF1-E84E3196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C5583-4126-4D48-AA0C-BE70037F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15CB1-8A8D-4548-81A0-CB84C4D5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D5351-5CCB-4A30-8983-22935751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4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F7B86-7ED4-41DB-A876-B2932283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2BD0F-43E0-4EBB-8CD5-A2D1134D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E2A3F-87C2-4C69-BDE0-D7CC71D8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98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E4BF-E686-44B8-9C17-DD5FB9BF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0E548-658A-4DAC-9C45-4A3EDDACB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45C2A-DE9F-45B2-A506-06BA3AB91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9D394-AB39-423D-B2E1-EB541D31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066FC-AFF6-4EA7-B2FF-E782E447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FFA5D-3586-46EC-916D-8ABE09B7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8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62EB-37E7-4168-B3C0-23BD7C53D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1B911-F6D3-4472-85FB-093F3BCE7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0CE24-7F03-4630-BE0E-69E93E73F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2892F-DFF8-42CD-A0C5-3885CB2C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84EC9-182F-49F3-8A3E-93C43546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36D77-44FB-4955-AE17-989C1850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5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A356-7C92-443D-8AA6-B29966AB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52B88-369B-45D1-848B-57099AC52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255B0-6AA6-40A9-8BE5-2D6F4D88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410A0-5927-474F-8360-469E4674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0E2CF-F8D1-4EF8-987E-3AE7271E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2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424F6-1294-43DB-905C-1CC016937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55BAE-70F7-41FF-B4A1-5A3F03FB4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A340C-16BE-4B65-A398-81A53A82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490B8-5555-48C7-9C98-47B5885B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F19B5-1C88-428E-8B4D-09FDDEFA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5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ED0372-FD52-45E5-AB5A-A515DFBB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9226-517B-4D83-B194-FFF72871E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2D4C0-BE3B-4F13-AD9F-EE5B1E469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E532C-7DC3-46E4-A1DA-94C994780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FDF1C-59CF-4AFA-B988-E271993D0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4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foa.org/tech/ref/appln/datalink.html" TargetMode="External"/><Relationship Id="rId7" Type="http://schemas.openxmlformats.org/officeDocument/2006/relationships/hyperlink" Target="https://www.shutterstock.com/image-illustration/diagram-optical-fiber-cable-3d-rendering-2309153889" TargetMode="External"/><Relationship Id="rId2" Type="http://schemas.openxmlformats.org/officeDocument/2006/relationships/hyperlink" Target="https://www.zayo.com/resources/fiber-optic-networks-a-comprehensive-guide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gsproducts.co.uk/blog/load-testing-facilities/wire-rope-break/" TargetMode="External"/><Relationship Id="rId5" Type="http://schemas.openxmlformats.org/officeDocument/2006/relationships/hyperlink" Target="https://mammothmemory.net/physics/refraction/medical-use-of-optical-fibres/medical-uses-of-optical-fibres.html" TargetMode="External"/><Relationship Id="rId4" Type="http://schemas.openxmlformats.org/officeDocument/2006/relationships/hyperlink" Target="https://www.istockphoto.com/photos/dark-stag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8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19E588-10E3-F2E2-6AFC-33CE6146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284" y="1300209"/>
            <a:ext cx="9859920" cy="1442833"/>
          </a:xfrm>
          <a:solidFill>
            <a:schemeClr val="accent2">
              <a:lumMod val="20000"/>
              <a:lumOff val="80000"/>
            </a:schemeClr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 fontScale="90000"/>
          </a:bodyPr>
          <a:lstStyle/>
          <a:p>
            <a:pPr algn="ctr"/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PRSENTATION TOPIC : HISTORY OF OPTICAL FIBER </a:t>
            </a:r>
            <a:b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 : </a:t>
            </a:r>
            <a:r>
              <a:rPr lang="en-US" sz="250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 Language and </a:t>
            </a: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b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 ICT-1211</a:t>
            </a:r>
            <a:b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solidFill>
                <a:srgbClr val="3F3F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5E171-E6C1-72B5-674D-5C29CBF25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6915" y="2888250"/>
            <a:ext cx="4297351" cy="27691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 MONIRUZZAMAN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IT-25016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Communication Technology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Mawlana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Bhashani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Science and Technology University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8DD4F9-C64B-2404-9660-7D8DA5856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7730" y="2798956"/>
            <a:ext cx="4292594" cy="26957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NAZRUL ISLAM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Communication Technology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Mawlana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Bhashani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Science and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TechnologyUniversity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bout – Mawlana Bhashani Science and Technology University ...">
            <a:extLst>
              <a:ext uri="{FF2B5EF4-FFF2-40B4-BE49-F238E27FC236}">
                <a16:creationId xmlns:a16="http://schemas.microsoft.com/office/drawing/2014/main" id="{0D8A9B63-9E6B-405C-80DC-0AD00260B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228976"/>
            <a:ext cx="1138531" cy="983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78D89-474D-4849-A477-807DB752DF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A5AEA1-657C-40C5-B211-0B6FE86B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BRIFE FLOW OF PRESENTATION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A61CF1-A629-41BF-B679-BF32EE9FB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Evolution of optical fiber</a:t>
            </a:r>
          </a:p>
          <a:p>
            <a:r>
              <a:rPr lang="en-US" dirty="0"/>
              <a:t>Structure of optical fiber</a:t>
            </a:r>
          </a:p>
          <a:p>
            <a:r>
              <a:rPr lang="en-US" dirty="0"/>
              <a:t>Working principle</a:t>
            </a:r>
          </a:p>
          <a:p>
            <a:r>
              <a:rPr lang="en-US" dirty="0"/>
              <a:t>Advantages and Disadvantages</a:t>
            </a:r>
          </a:p>
          <a:p>
            <a:r>
              <a:rPr lang="en-US" dirty="0"/>
              <a:t>Application of optical fiber</a:t>
            </a:r>
          </a:p>
          <a:p>
            <a:r>
              <a:rPr lang="en-US" dirty="0"/>
              <a:t>Future of optical fiber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3546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7B143-E6DA-4874-BDA7-C5E25D419B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[1]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1EA9D-8066-873E-D0F8-563CE6E7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45DC3723-3686-E170-D9B0-09C8E2706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635707"/>
              </p:ext>
            </p:extLst>
          </p:nvPr>
        </p:nvGraphicFramePr>
        <p:xfrm>
          <a:off x="609601" y="1114424"/>
          <a:ext cx="9696449" cy="4892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What is a Fiber Optic Network? Guide on Components ...">
            <a:extLst>
              <a:ext uri="{FF2B5EF4-FFF2-40B4-BE49-F238E27FC236}">
                <a16:creationId xmlns:a16="http://schemas.microsoft.com/office/drawing/2014/main" id="{F038AF54-A37E-4D46-B542-779E4C808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888999"/>
            <a:ext cx="4756149" cy="5343525"/>
          </a:xfrm>
          <a:prstGeom prst="rect">
            <a:avLst/>
          </a:prstGeom>
          <a:noFill/>
          <a:effectLst>
            <a:softEdge rad="215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000B0C-A8C5-4626-81ED-FC7D65CFC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88359"/>
              </p:ext>
            </p:extLst>
          </p:nvPr>
        </p:nvGraphicFramePr>
        <p:xfrm>
          <a:off x="7737894" y="6280030"/>
          <a:ext cx="552092" cy="370936"/>
        </p:xfrm>
        <a:graphic>
          <a:graphicData uri="http://schemas.openxmlformats.org/drawingml/2006/table">
            <a:tbl>
              <a:tblPr/>
              <a:tblGrid>
                <a:gridCol w="552092">
                  <a:extLst>
                    <a:ext uri="{9D8B030D-6E8A-4147-A177-3AD203B41FA5}">
                      <a16:colId xmlns:a16="http://schemas.microsoft.com/office/drawing/2014/main" val="581183126"/>
                    </a:ext>
                  </a:extLst>
                </a:gridCol>
              </a:tblGrid>
              <a:tr h="370936">
                <a:tc>
                  <a:txBody>
                    <a:bodyPr/>
                    <a:lstStyle/>
                    <a:p>
                      <a:r>
                        <a:rPr lang="en-US" dirty="0"/>
                        <a:t>[1]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475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37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BA3134-0CFC-4BAD-931C-05178C48C99F}"/>
              </a:ext>
            </a:extLst>
          </p:cNvPr>
          <p:cNvSpPr/>
          <p:nvPr/>
        </p:nvSpPr>
        <p:spPr>
          <a:xfrm>
            <a:off x="-77638" y="-86263"/>
            <a:ext cx="12192000" cy="685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7076E-88BC-4DBD-ADFB-5F68FCBB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 of optical fiber</a:t>
            </a:r>
            <a:r>
              <a:rPr lang="en-US" sz="2000" b="1" dirty="0"/>
              <a:t>[2]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82A1B-04F8-4237-8C1F-DA572A160FA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dirty="0"/>
              <a:t>1880- Alexander Graham Bell</a:t>
            </a:r>
          </a:p>
          <a:p>
            <a:r>
              <a:rPr lang="en-US" dirty="0"/>
              <a:t>1930- Patents on tubing</a:t>
            </a:r>
          </a:p>
          <a:p>
            <a:r>
              <a:rPr lang="en-US" dirty="0"/>
              <a:t>1950- Patents for two-layer glass wave-guide</a:t>
            </a:r>
          </a:p>
          <a:p>
            <a:r>
              <a:rPr lang="en-US" dirty="0"/>
              <a:t>1960- Laser first used as light source</a:t>
            </a:r>
          </a:p>
          <a:p>
            <a:r>
              <a:rPr lang="en-US" dirty="0"/>
              <a:t>1965- High loss of light discovered</a:t>
            </a:r>
          </a:p>
          <a:p>
            <a:r>
              <a:rPr lang="en-US" dirty="0"/>
              <a:t>1970s- Refining of manufacturing process(John Tyndall demonstration</a:t>
            </a:r>
          </a:p>
          <a:p>
            <a:pPr marL="0" indent="0">
              <a:buNone/>
            </a:pPr>
            <a:r>
              <a:rPr lang="en-US" dirty="0"/>
              <a:t> in 1870)</a:t>
            </a:r>
          </a:p>
          <a:p>
            <a:r>
              <a:rPr lang="en-US" dirty="0"/>
              <a:t>1980s- Of technology becomes backbone of long distance telephone networks in NA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5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F81044-84DF-4442-88B4-AA79B5D009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EAC83-DEA2-4BBC-A16B-C0A0F226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5300" b="1" dirty="0"/>
              <a:t>How Optical Fiber Transmits Data</a:t>
            </a:r>
            <a:endParaRPr lang="en-US" sz="22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34A222-9099-4CEB-ABE6-77CFCFC9E9C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38819" y="2197994"/>
            <a:ext cx="493276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laser/LED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 travels through the fiber 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(0s &amp; 1s) is converted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reflects inside the cable by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Total Internal Reflection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 reaches the receiver at very high speed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photodetector converts light back into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electricalsignals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(data)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051" name="Picture 3" descr="The FOA Reference For Fiber Optics - Fiber Optic Data Links -">
            <a:extLst>
              <a:ext uri="{FF2B5EF4-FFF2-40B4-BE49-F238E27FC236}">
                <a16:creationId xmlns:a16="http://schemas.microsoft.com/office/drawing/2014/main" id="{E06C88C0-8604-4606-A052-7BCBC65BF90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08313"/>
            <a:ext cx="5181600" cy="403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28D5E9-63C3-419A-B5D8-E585349F1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888850"/>
              </p:ext>
            </p:extLst>
          </p:nvPr>
        </p:nvGraphicFramePr>
        <p:xfrm>
          <a:off x="8333117" y="6029864"/>
          <a:ext cx="586596" cy="367486"/>
        </p:xfrm>
        <a:graphic>
          <a:graphicData uri="http://schemas.openxmlformats.org/drawingml/2006/table">
            <a:tbl>
              <a:tblPr/>
              <a:tblGrid>
                <a:gridCol w="586596">
                  <a:extLst>
                    <a:ext uri="{9D8B030D-6E8A-4147-A177-3AD203B41FA5}">
                      <a16:colId xmlns:a16="http://schemas.microsoft.com/office/drawing/2014/main" val="1224012151"/>
                    </a:ext>
                  </a:extLst>
                </a:gridCol>
              </a:tblGrid>
              <a:tr h="367486">
                <a:tc>
                  <a:txBody>
                    <a:bodyPr/>
                    <a:lstStyle/>
                    <a:p>
                      <a:r>
                        <a:rPr lang="en-US" dirty="0"/>
                        <a:t>[3]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07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31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263DBA-FE7E-49DF-9BA8-A4170075AADC}"/>
              </a:ext>
            </a:extLst>
          </p:cNvPr>
          <p:cNvSpPr/>
          <p:nvPr/>
        </p:nvSpPr>
        <p:spPr>
          <a:xfrm>
            <a:off x="0" y="0"/>
            <a:ext cx="12271664" cy="6941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BEE21-D05C-14AB-C999-27F0B31B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6258" y="708140"/>
            <a:ext cx="4491821" cy="1616203"/>
          </a:xfrm>
          <a:solidFill>
            <a:srgbClr val="92D050"/>
          </a:solidFill>
        </p:spPr>
        <p:txBody>
          <a:bodyPr anchor="b">
            <a:normAutofit/>
          </a:bodyPr>
          <a:lstStyle/>
          <a:p>
            <a:r>
              <a:rPr lang="en-US" sz="4000" b="1" dirty="0"/>
              <a:t>Early Idea of Light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8B3C-CE73-2898-E67A-E2EF5701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080" y="2670034"/>
            <a:ext cx="4371285" cy="33316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000" dirty="0"/>
              <a:t>Scientists studied light reflection for centuries.</a:t>
            </a:r>
          </a:p>
          <a:p>
            <a:pPr marL="342900" indent="-342900"/>
            <a:r>
              <a:rPr lang="en-US" sz="2000" dirty="0"/>
              <a:t>First concept came from guiding light through water.</a:t>
            </a:r>
          </a:p>
        </p:txBody>
      </p:sp>
      <p:pic>
        <p:nvPicPr>
          <p:cNvPr id="5" name="Picture 4" descr="Spotlight and smoke">
            <a:extLst>
              <a:ext uri="{FF2B5EF4-FFF2-40B4-BE49-F238E27FC236}">
                <a16:creationId xmlns:a16="http://schemas.microsoft.com/office/drawing/2014/main" id="{3BE01A0A-765C-810D-EB07-BD6745AE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58" r="13944" b="2"/>
          <a:stretch>
            <a:fillRect/>
          </a:stretch>
        </p:blipFill>
        <p:spPr>
          <a:xfrm>
            <a:off x="251268" y="457200"/>
            <a:ext cx="5970366" cy="5787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31EAAB-1719-4F29-A035-CE8A3693D1BE}"/>
              </a:ext>
            </a:extLst>
          </p:cNvPr>
          <p:cNvSpPr txBox="1"/>
          <p:nvPr/>
        </p:nvSpPr>
        <p:spPr>
          <a:xfrm>
            <a:off x="6007846" y="6347352"/>
            <a:ext cx="93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200227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1D5DCB-9EB7-4B34-8D9D-FAEE9AB225CE}"/>
              </a:ext>
            </a:extLst>
          </p:cNvPr>
          <p:cNvSpPr/>
          <p:nvPr/>
        </p:nvSpPr>
        <p:spPr>
          <a:xfrm>
            <a:off x="-67302" y="0"/>
            <a:ext cx="1219200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31804-B2EB-B85F-2A97-2F41FCEDD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Early Medical Uses(1920s) 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AD55-F1D6-216A-FC24-7C306B417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892392"/>
            <a:ext cx="4646905" cy="35836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/>
            <a:r>
              <a:rPr lang="en-US" sz="2000" dirty="0"/>
              <a:t>Doctors wanted to use inside the human body.</a:t>
            </a:r>
          </a:p>
          <a:p>
            <a:pPr marL="457200" indent="-457200"/>
            <a:r>
              <a:rPr lang="en-US" sz="2000" dirty="0"/>
              <a:t>Light pipes were used in medical instruments.</a:t>
            </a:r>
          </a:p>
        </p:txBody>
      </p:sp>
      <p:pic>
        <p:nvPicPr>
          <p:cNvPr id="1026" name="Picture 2" descr="Medical use of optical fibres">
            <a:extLst>
              <a:ext uri="{FF2B5EF4-FFF2-40B4-BE49-F238E27FC236}">
                <a16:creationId xmlns:a16="http://schemas.microsoft.com/office/drawing/2014/main" id="{45B43864-D824-4E11-82F0-AC20E7107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707" y="2078613"/>
            <a:ext cx="5663381" cy="4463958"/>
          </a:xfrm>
          <a:prstGeom prst="rect">
            <a:avLst/>
          </a:prstGeom>
          <a:noFill/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BE3A54-02FB-4108-89AF-4D1AC9CC8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1436"/>
              </p:ext>
            </p:extLst>
          </p:nvPr>
        </p:nvGraphicFramePr>
        <p:xfrm>
          <a:off x="7884543" y="6492239"/>
          <a:ext cx="474454" cy="365760"/>
        </p:xfrm>
        <a:graphic>
          <a:graphicData uri="http://schemas.openxmlformats.org/drawingml/2006/table">
            <a:tbl>
              <a:tblPr/>
              <a:tblGrid>
                <a:gridCol w="474454">
                  <a:extLst>
                    <a:ext uri="{9D8B030D-6E8A-4147-A177-3AD203B41FA5}">
                      <a16:colId xmlns:a16="http://schemas.microsoft.com/office/drawing/2014/main" val="1736275616"/>
                    </a:ext>
                  </a:extLst>
                </a:gridCol>
              </a:tblGrid>
              <a:tr h="31542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[5]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66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6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8B3B1-10D3-484A-BA45-04E63D9F7D37}"/>
              </a:ext>
            </a:extLst>
          </p:cNvPr>
          <p:cNvSpPr/>
          <p:nvPr/>
        </p:nvSpPr>
        <p:spPr>
          <a:xfrm>
            <a:off x="0" y="0"/>
            <a:ext cx="12192000" cy="686888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E274C-48BE-731D-56FE-4F880CBF7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882" y="834738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First Practical Fiber (1980s) 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4A444-6657-C7F6-ECD0-3AEAA06C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Developed companies started using fiber.</a:t>
            </a:r>
          </a:p>
          <a:p>
            <a:r>
              <a:rPr lang="en-US" sz="2000"/>
              <a:t>Better than copper wires.</a:t>
            </a:r>
          </a:p>
        </p:txBody>
      </p:sp>
      <p:pic>
        <p:nvPicPr>
          <p:cNvPr id="5" name="Picture 4" descr="Torn rope">
            <a:extLst>
              <a:ext uri="{FF2B5EF4-FFF2-40B4-BE49-F238E27FC236}">
                <a16:creationId xmlns:a16="http://schemas.microsoft.com/office/drawing/2014/main" id="{1DDF5982-22CF-E51B-C926-850FE0B2E0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49" r="24356" b="-1"/>
          <a:stretch>
            <a:fillRect/>
          </a:stretch>
        </p:blipFill>
        <p:spPr>
          <a:xfrm>
            <a:off x="6409355" y="0"/>
            <a:ext cx="5334204" cy="6857999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B6D303-66CE-41E8-82B8-FD96DA7B3050}"/>
              </a:ext>
            </a:extLst>
          </p:cNvPr>
          <p:cNvSpPr txBox="1"/>
          <p:nvPr/>
        </p:nvSpPr>
        <p:spPr>
          <a:xfrm>
            <a:off x="12277725" y="64886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[6]</a:t>
            </a:r>
          </a:p>
        </p:txBody>
      </p:sp>
    </p:spTree>
    <p:extLst>
      <p:ext uri="{BB962C8B-B14F-4D97-AF65-F5344CB8AC3E}">
        <p14:creationId xmlns:p14="http://schemas.microsoft.com/office/powerpoint/2010/main" val="2220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7DB40A-5179-49C7-8A4A-787D2F219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DDA73-8BF3-4E9C-B3DA-41C393AAEB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pPr algn="ctr"/>
            <a:endParaRPr lang="en-US" dirty="0"/>
          </a:p>
        </p:txBody>
      </p:sp>
      <p:pic>
        <p:nvPicPr>
          <p:cNvPr id="1034" name="Picture 10" descr="Optical Fiber Cable Structure ...">
            <a:extLst>
              <a:ext uri="{FF2B5EF4-FFF2-40B4-BE49-F238E27FC236}">
                <a16:creationId xmlns:a16="http://schemas.microsoft.com/office/drawing/2014/main" id="{DDDDD0CA-48F1-43CB-86A4-3175A98AC01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351" y="2095708"/>
            <a:ext cx="3856037" cy="3373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6,637 Optical Fiber Structure Royalty-Free Images, Stock ...">
            <a:extLst>
              <a:ext uri="{FF2B5EF4-FFF2-40B4-BE49-F238E27FC236}">
                <a16:creationId xmlns:a16="http://schemas.microsoft.com/office/drawing/2014/main" id="{7303C937-95A4-4AF3-822D-61A786BFF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64" y="2095499"/>
            <a:ext cx="5253487" cy="337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0FA8AA-A77D-4033-8972-B26A66023601}"/>
              </a:ext>
            </a:extLst>
          </p:cNvPr>
          <p:cNvSpPr/>
          <p:nvPr/>
        </p:nvSpPr>
        <p:spPr>
          <a:xfrm>
            <a:off x="3366458" y="595484"/>
            <a:ext cx="6442495" cy="9043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0D2A59-7AE1-417C-B40F-2AED1B5DF008}"/>
              </a:ext>
            </a:extLst>
          </p:cNvPr>
          <p:cNvSpPr txBox="1"/>
          <p:nvPr/>
        </p:nvSpPr>
        <p:spPr>
          <a:xfrm flipH="1">
            <a:off x="3851407" y="775153"/>
            <a:ext cx="58202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Structure of optical fiber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1EEF3C-BE10-42C6-B79F-9E4B05DC6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784406"/>
              </p:ext>
            </p:extLst>
          </p:nvPr>
        </p:nvGraphicFramePr>
        <p:xfrm>
          <a:off x="5460521" y="5520906"/>
          <a:ext cx="474454" cy="365760"/>
        </p:xfrm>
        <a:graphic>
          <a:graphicData uri="http://schemas.openxmlformats.org/drawingml/2006/table">
            <a:tbl>
              <a:tblPr/>
              <a:tblGrid>
                <a:gridCol w="474454">
                  <a:extLst>
                    <a:ext uri="{9D8B030D-6E8A-4147-A177-3AD203B41FA5}">
                      <a16:colId xmlns:a16="http://schemas.microsoft.com/office/drawing/2014/main" val="1479159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[7]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103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35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7C92B6-004D-4691-A8AD-3EB24DE0D1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92AC3-1CBF-49E0-8762-230B322A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rgbClr val="002060"/>
                </a:solidFill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5A1C8-68E7-469E-92FC-2D84BDBE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Core</a:t>
            </a:r>
            <a:r>
              <a:rPr lang="en-US" dirty="0"/>
              <a:t>-central tube of thin size made up of optically transparent dielectric medium and carries the lite from transmitter to receiver. The core diameter can vary from about 5um – 100um</a:t>
            </a:r>
          </a:p>
          <a:p>
            <a:r>
              <a:rPr lang="en-US" dirty="0">
                <a:solidFill>
                  <a:srgbClr val="FF0000"/>
                </a:solidFill>
              </a:rPr>
              <a:t>Cladding</a:t>
            </a:r>
            <a:r>
              <a:rPr lang="en-US" dirty="0"/>
              <a:t>- outer optical material surrounding the core having reflecting index lower than core. It helps to keep the light within the core throughout the phenomena of total internal reflection.</a:t>
            </a:r>
          </a:p>
          <a:p>
            <a:r>
              <a:rPr lang="en-US" dirty="0">
                <a:solidFill>
                  <a:srgbClr val="FF0000"/>
                </a:solidFill>
              </a:rPr>
              <a:t>Buffer Coating</a:t>
            </a:r>
            <a:r>
              <a:rPr lang="en-US" dirty="0"/>
              <a:t>-plastic coating that protects the fiber made of silicon rubber. The typical diameter of fiber after coating is 250-300um.</a:t>
            </a:r>
          </a:p>
        </p:txBody>
      </p:sp>
    </p:spTree>
    <p:extLst>
      <p:ext uri="{BB962C8B-B14F-4D97-AF65-F5344CB8AC3E}">
        <p14:creationId xmlns:p14="http://schemas.microsoft.com/office/powerpoint/2010/main" val="399276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C71A1D-84B1-4C18-96CB-ADC877D218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109094-3C7B-49A8-B382-5CA0C869C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789" y="405952"/>
            <a:ext cx="9144000" cy="8971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Working principle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25D38E-0B01-4FE9-BF7A-D5D13D55C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241" y="1984076"/>
            <a:ext cx="11533517" cy="377837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Optical fibers use a principle from physics called total internal reflection.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Light enters one end of the fiber.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It reflects repeatedly off the inner walls.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light travels long distances with very little loss.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This happens because of two layers.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Core-inner part where light travels.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Cladding – outer layer that reflects light back into the core.</a:t>
            </a:r>
          </a:p>
        </p:txBody>
      </p:sp>
    </p:spTree>
    <p:extLst>
      <p:ext uri="{BB962C8B-B14F-4D97-AF65-F5344CB8AC3E}">
        <p14:creationId xmlns:p14="http://schemas.microsoft.com/office/powerpoint/2010/main" val="256133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17CEDE-3527-426B-91D1-B7134B6303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82164-8B1E-A349-2106-DC5174F7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b="1" dirty="0"/>
              <a:t>Present 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962EA-AE07-E667-B6C6-3AADF28990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280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6E11AC-651F-482D-9903-430ED18FA3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DB16C-749C-4D45-9DD9-4088C284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Types of optical fibers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72842-DCFB-4D70-9236-2D887AD5C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Single-model fiber</a:t>
            </a:r>
          </a:p>
          <a:p>
            <a:r>
              <a:rPr lang="en-US" sz="3200" dirty="0"/>
              <a:t>Very thin core </a:t>
            </a:r>
          </a:p>
          <a:p>
            <a:r>
              <a:rPr lang="en-US" sz="3200" dirty="0"/>
              <a:t>Carries one light path(mode)</a:t>
            </a:r>
          </a:p>
          <a:p>
            <a:r>
              <a:rPr lang="en-US" sz="3200" dirty="0"/>
              <a:t>Used for long distance communication </a:t>
            </a:r>
          </a:p>
          <a:p>
            <a:pPr marL="514350" indent="-514350">
              <a:buAutoNum type="arabicPeriod" startAt="2"/>
            </a:pPr>
            <a:r>
              <a:rPr lang="en-US" sz="3200" dirty="0"/>
              <a:t>Multi-mode fiber </a:t>
            </a:r>
          </a:p>
          <a:p>
            <a:r>
              <a:rPr lang="en-US" sz="3200" dirty="0"/>
              <a:t>Thicker core </a:t>
            </a:r>
          </a:p>
          <a:p>
            <a:r>
              <a:rPr lang="en-US" sz="3200" dirty="0"/>
              <a:t>Carries multiple light paths</a:t>
            </a:r>
          </a:p>
          <a:p>
            <a:r>
              <a:rPr lang="en-US" sz="3200" dirty="0"/>
              <a:t>Used for shorter distances (like within buildings)</a:t>
            </a:r>
          </a:p>
        </p:txBody>
      </p:sp>
    </p:spTree>
    <p:extLst>
      <p:ext uri="{BB962C8B-B14F-4D97-AF65-F5344CB8AC3E}">
        <p14:creationId xmlns:p14="http://schemas.microsoft.com/office/powerpoint/2010/main" val="116577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52AE-1C7D-CB2C-CB76-3A77A54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10400778" cy="1624520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Advantages of Optical Fiber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1B703F5-E577-74AE-AAF6-F3E2F49B77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F781B62-8A0D-4EB1-8AA9-5B8083FDFAFB}"/>
              </a:ext>
            </a:extLst>
          </p:cNvPr>
          <p:cNvSpPr txBox="1"/>
          <p:nvPr/>
        </p:nvSpPr>
        <p:spPr>
          <a:xfrm>
            <a:off x="11722575" y="6534150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[13]</a:t>
            </a:r>
          </a:p>
        </p:txBody>
      </p:sp>
    </p:spTree>
    <p:extLst>
      <p:ext uri="{BB962C8B-B14F-4D97-AF65-F5344CB8AC3E}">
        <p14:creationId xmlns:p14="http://schemas.microsoft.com/office/powerpoint/2010/main" val="354203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6E0251-D738-47B2-A6A3-4BDD9E47AD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4897C-64C6-4837-8324-F9FC0CCA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Disadvantages of Optical Fiber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185EEF-B2C2-4AA7-8B80-C8323EAC80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1195"/>
            <a:ext cx="970650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installation cost compared to copper cables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install and repair (requires skilled technicians)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Fragile – fibers can break easily if bent too much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Cannot carry electrical power (only transmits light signals)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Splicing and connection are complex </a:t>
            </a:r>
          </a:p>
        </p:txBody>
      </p:sp>
    </p:spTree>
    <p:extLst>
      <p:ext uri="{BB962C8B-B14F-4D97-AF65-F5344CB8AC3E}">
        <p14:creationId xmlns:p14="http://schemas.microsoft.com/office/powerpoint/2010/main" val="831523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26CB21-563C-4CFD-AA34-FA9BFD9DAB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6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9AA23-098D-6B0D-C492-4DDD2247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Future of Optical Fiber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1DFC837-A0FB-95E8-63D2-2666835CF0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0138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245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999027-2716-4323-9EF8-6CAB032DD82F}"/>
              </a:ext>
            </a:extLst>
          </p:cNvPr>
          <p:cNvSpPr/>
          <p:nvPr/>
        </p:nvSpPr>
        <p:spPr>
          <a:xfrm>
            <a:off x="0" y="0"/>
            <a:ext cx="12192000" cy="672291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E01F5-D573-9E47-A461-D729EC63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inventors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EB01E2-3B3B-DD2A-DB52-002E057186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508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5A6CEF-6ED1-4DF3-A6C7-A366ABEC15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C2B5D-C0CB-478D-B136-162CEC8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F809-11DE-4C0B-82AA-D0741B35C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Optical fiber is a fast and reliable communication technology</a:t>
            </a:r>
          </a:p>
          <a:p>
            <a:r>
              <a:rPr lang="en-US" b="1" dirty="0"/>
              <a:t>It transmits data using light signals</a:t>
            </a:r>
          </a:p>
          <a:p>
            <a:r>
              <a:rPr lang="en-US" b="1" dirty="0"/>
              <a:t>Provides high speed and low signal loss</a:t>
            </a:r>
          </a:p>
          <a:p>
            <a:r>
              <a:rPr lang="en-US" b="1" dirty="0"/>
              <a:t>Widely used in internet, telephone, and medical systems</a:t>
            </a:r>
          </a:p>
          <a:p>
            <a:r>
              <a:rPr lang="en-US" b="1" dirty="0"/>
              <a:t>Plays an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important</a:t>
            </a:r>
            <a:r>
              <a:rPr lang="en-US" b="1" dirty="0"/>
              <a:t> role in modern global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097112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C0E893-59D1-4464-893C-7E3BB304C7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D5459-D747-4F00-B923-5A56BDEB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7"/>
            <a:ext cx="10515600" cy="1325563"/>
          </a:xfrm>
        </p:spPr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2B6FC-44FF-4EE4-B2EF-94ED707C3201}"/>
              </a:ext>
            </a:extLst>
          </p:cNvPr>
          <p:cNvSpPr txBox="1"/>
          <p:nvPr/>
        </p:nvSpPr>
        <p:spPr>
          <a:xfrm>
            <a:off x="277483" y="1243226"/>
            <a:ext cx="116370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</a:t>
            </a:r>
            <a:r>
              <a:rPr lang="en-US" dirty="0">
                <a:hlinkClick r:id="rId2"/>
              </a:rPr>
              <a:t>https://www.zayo.com/resources/fiber-optic-networks-a-comprehensive-guide/</a:t>
            </a:r>
            <a:endParaRPr lang="en-US" dirty="0"/>
          </a:p>
          <a:p>
            <a:r>
              <a:rPr lang="en-US" dirty="0"/>
              <a:t>[2] https://www.slideshare.net/slideshow/optical-fiber-communiction-system/26226232</a:t>
            </a:r>
          </a:p>
          <a:p>
            <a:r>
              <a:rPr lang="en-US" dirty="0"/>
              <a:t>[3] </a:t>
            </a:r>
            <a:r>
              <a:rPr lang="en-US" dirty="0">
                <a:hlinkClick r:id="rId3"/>
              </a:rPr>
              <a:t>https://www.thefoa.org/tech/ref/appln/datalink.html</a:t>
            </a:r>
            <a:endParaRPr lang="en-US" dirty="0"/>
          </a:p>
          <a:p>
            <a:r>
              <a:rPr lang="en-US" dirty="0"/>
              <a:t>[4] </a:t>
            </a:r>
            <a:r>
              <a:rPr lang="en-US" dirty="0">
                <a:hlinkClick r:id="rId4"/>
              </a:rPr>
              <a:t>https://www.istockphoto.com/photos/dark-stage</a:t>
            </a:r>
            <a:endParaRPr lang="en-US" dirty="0"/>
          </a:p>
          <a:p>
            <a:r>
              <a:rPr lang="en-US" dirty="0"/>
              <a:t>[5] </a:t>
            </a:r>
            <a:r>
              <a:rPr lang="en-US" dirty="0">
                <a:hlinkClick r:id="rId5"/>
              </a:rPr>
              <a:t>https://mammothmemory.net/physics/refraction/medical-use-of-optical-fibres/medical-uses-of-optical-fibres.html</a:t>
            </a:r>
            <a:endParaRPr lang="en-US" dirty="0"/>
          </a:p>
          <a:p>
            <a:r>
              <a:rPr lang="en-US" dirty="0"/>
              <a:t>[6] </a:t>
            </a:r>
            <a:r>
              <a:rPr lang="en-US" dirty="0">
                <a:hlinkClick r:id="rId6"/>
              </a:rPr>
              <a:t>https://www.gsproducts.co.uk/blog/load-testing-facilities/wire-rope-break/</a:t>
            </a:r>
            <a:endParaRPr lang="en-US" dirty="0"/>
          </a:p>
          <a:p>
            <a:r>
              <a:rPr lang="en-US" dirty="0"/>
              <a:t>[7] </a:t>
            </a:r>
            <a:r>
              <a:rPr lang="en-US" dirty="0">
                <a:hlinkClick r:id="rId7"/>
              </a:rPr>
              <a:t>https://www.shutterstock.com/image-illustration/diagram-optical-fiber-cable-3d-rendering-2309153889</a:t>
            </a:r>
            <a:endParaRPr lang="en-US" dirty="0"/>
          </a:p>
          <a:p>
            <a:r>
              <a:rPr lang="en-US" dirty="0"/>
              <a:t>https://fiberopticx.com/optical-fiber-cable-structure/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4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38BD67-ECE9-42A8-8912-68D80EC29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743" y="1367405"/>
            <a:ext cx="8632272" cy="3003259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3AC9B59-1389-456C-8083-1998D51DFF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384108" y="2740127"/>
                </a:moveTo>
                <a:lnTo>
                  <a:pt x="4480456" y="3053856"/>
                </a:lnTo>
                <a:lnTo>
                  <a:pt x="4288794" y="3053856"/>
                </a:lnTo>
                <a:close/>
                <a:moveTo>
                  <a:pt x="8683158" y="2703217"/>
                </a:moveTo>
                <a:cubicBezTo>
                  <a:pt x="8739910" y="2703217"/>
                  <a:pt x="8784856" y="2722168"/>
                  <a:pt x="8817996" y="2760070"/>
                </a:cubicBezTo>
                <a:cubicBezTo>
                  <a:pt x="8851134" y="2797971"/>
                  <a:pt x="8867704" y="2857999"/>
                  <a:pt x="8867704" y="2940152"/>
                </a:cubicBezTo>
                <a:cubicBezTo>
                  <a:pt x="8867704" y="3037783"/>
                  <a:pt x="8851829" y="3105450"/>
                  <a:pt x="8820080" y="3143154"/>
                </a:cubicBezTo>
                <a:cubicBezTo>
                  <a:pt x="8788329" y="3180857"/>
                  <a:pt x="8743482" y="3199708"/>
                  <a:pt x="8685538" y="3199708"/>
                </a:cubicBezTo>
                <a:cubicBezTo>
                  <a:pt x="8629182" y="3199708"/>
                  <a:pt x="8584633" y="3180460"/>
                  <a:pt x="8551891" y="3141963"/>
                </a:cubicBezTo>
                <a:cubicBezTo>
                  <a:pt x="8519149" y="3103466"/>
                  <a:pt x="8502778" y="3040164"/>
                  <a:pt x="8502778" y="2952058"/>
                </a:cubicBezTo>
                <a:cubicBezTo>
                  <a:pt x="8502778" y="2863158"/>
                  <a:pt x="8519248" y="2799460"/>
                  <a:pt x="8552188" y="2760963"/>
                </a:cubicBezTo>
                <a:cubicBezTo>
                  <a:pt x="8585129" y="2722466"/>
                  <a:pt x="8628786" y="2703217"/>
                  <a:pt x="8683158" y="2703217"/>
                </a:cubicBezTo>
                <a:close/>
                <a:moveTo>
                  <a:pt x="9286804" y="2513908"/>
                </a:moveTo>
                <a:lnTo>
                  <a:pt x="9286804" y="3033867"/>
                </a:lnTo>
                <a:cubicBezTo>
                  <a:pt x="9286804" y="3076698"/>
                  <a:pt x="9295138" y="3125877"/>
                  <a:pt x="9311808" y="3181402"/>
                </a:cubicBezTo>
                <a:cubicBezTo>
                  <a:pt x="9322126" y="3215905"/>
                  <a:pt x="9341276" y="3249418"/>
                  <a:pt x="9369255" y="3281940"/>
                </a:cubicBezTo>
                <a:cubicBezTo>
                  <a:pt x="9397234" y="3314462"/>
                  <a:pt x="9428092" y="3339548"/>
                  <a:pt x="9461826" y="3357196"/>
                </a:cubicBezTo>
                <a:cubicBezTo>
                  <a:pt x="9495560" y="3374845"/>
                  <a:pt x="9537530" y="3386644"/>
                  <a:pt x="9587734" y="3392594"/>
                </a:cubicBezTo>
                <a:cubicBezTo>
                  <a:pt x="9637939" y="3398544"/>
                  <a:pt x="9684275" y="3401519"/>
                  <a:pt x="9726740" y="3401519"/>
                </a:cubicBezTo>
                <a:cubicBezTo>
                  <a:pt x="9800162" y="3401519"/>
                  <a:pt x="9863067" y="3391802"/>
                  <a:pt x="9915454" y="3372367"/>
                </a:cubicBezTo>
                <a:cubicBezTo>
                  <a:pt x="9953157" y="3358489"/>
                  <a:pt x="9989174" y="3334396"/>
                  <a:pt x="10023504" y="3300088"/>
                </a:cubicBezTo>
                <a:cubicBezTo>
                  <a:pt x="10057833" y="3265780"/>
                  <a:pt x="10083034" y="3225722"/>
                  <a:pt x="10099108" y="3179914"/>
                </a:cubicBezTo>
                <a:cubicBezTo>
                  <a:pt x="10115182" y="3134106"/>
                  <a:pt x="10123218" y="3085424"/>
                  <a:pt x="10123218" y="3033867"/>
                </a:cubicBezTo>
                <a:lnTo>
                  <a:pt x="10123218" y="2513908"/>
                </a:lnTo>
                <a:lnTo>
                  <a:pt x="9854137" y="2513908"/>
                </a:lnTo>
                <a:lnTo>
                  <a:pt x="9854137" y="3046248"/>
                </a:lnTo>
                <a:cubicBezTo>
                  <a:pt x="9854137" y="3094623"/>
                  <a:pt x="9840941" y="3131996"/>
                  <a:pt x="9814549" y="3158366"/>
                </a:cubicBezTo>
                <a:cubicBezTo>
                  <a:pt x="9788157" y="3184737"/>
                  <a:pt x="9751744" y="3197922"/>
                  <a:pt x="9705309" y="3197922"/>
                </a:cubicBezTo>
                <a:cubicBezTo>
                  <a:pt x="9658478" y="3197922"/>
                  <a:pt x="9621866" y="3184540"/>
                  <a:pt x="9595474" y="3157776"/>
                </a:cubicBezTo>
                <a:cubicBezTo>
                  <a:pt x="9569082" y="3131011"/>
                  <a:pt x="9555886" y="3093835"/>
                  <a:pt x="9555886" y="3046248"/>
                </a:cubicBezTo>
                <a:lnTo>
                  <a:pt x="9555886" y="2513908"/>
                </a:lnTo>
                <a:close/>
                <a:moveTo>
                  <a:pt x="7302628" y="2513908"/>
                </a:moveTo>
                <a:lnTo>
                  <a:pt x="7642551" y="3021114"/>
                </a:lnTo>
                <a:lnTo>
                  <a:pt x="7642551" y="3386636"/>
                </a:lnTo>
                <a:lnTo>
                  <a:pt x="7912823" y="3386636"/>
                </a:lnTo>
                <a:lnTo>
                  <a:pt x="7912823" y="3021114"/>
                </a:lnTo>
                <a:lnTo>
                  <a:pt x="8252151" y="2513908"/>
                </a:lnTo>
                <a:lnTo>
                  <a:pt x="7954207" y="2513908"/>
                </a:lnTo>
                <a:lnTo>
                  <a:pt x="7778022" y="2808318"/>
                </a:lnTo>
                <a:lnTo>
                  <a:pt x="7602172" y="2513908"/>
                </a:lnTo>
                <a:close/>
                <a:moveTo>
                  <a:pt x="5972700" y="2513908"/>
                </a:moveTo>
                <a:lnTo>
                  <a:pt x="5972700" y="3386636"/>
                </a:lnTo>
                <a:lnTo>
                  <a:pt x="6242376" y="3386636"/>
                </a:lnTo>
                <a:lnTo>
                  <a:pt x="6242376" y="3173672"/>
                </a:lnTo>
                <a:lnTo>
                  <a:pt x="6381698" y="3027728"/>
                </a:lnTo>
                <a:lnTo>
                  <a:pt x="6565715" y="3386636"/>
                </a:lnTo>
                <a:lnTo>
                  <a:pt x="6897815" y="3386636"/>
                </a:lnTo>
                <a:lnTo>
                  <a:pt x="6565054" y="2843311"/>
                </a:lnTo>
                <a:lnTo>
                  <a:pt x="6883528" y="2513908"/>
                </a:lnTo>
                <a:lnTo>
                  <a:pt x="6524861" y="2513908"/>
                </a:lnTo>
                <a:lnTo>
                  <a:pt x="6242376" y="2843711"/>
                </a:lnTo>
                <a:lnTo>
                  <a:pt x="6242376" y="2513908"/>
                </a:lnTo>
                <a:close/>
                <a:moveTo>
                  <a:pt x="4954120" y="2513908"/>
                </a:moveTo>
                <a:lnTo>
                  <a:pt x="4954120" y="3386636"/>
                </a:lnTo>
                <a:lnTo>
                  <a:pt x="5207723" y="3386636"/>
                </a:lnTo>
                <a:lnTo>
                  <a:pt x="5207723" y="2907447"/>
                </a:lnTo>
                <a:lnTo>
                  <a:pt x="5534550" y="3386636"/>
                </a:lnTo>
                <a:lnTo>
                  <a:pt x="5788748" y="3386636"/>
                </a:lnTo>
                <a:lnTo>
                  <a:pt x="5788748" y="2513908"/>
                </a:lnTo>
                <a:lnTo>
                  <a:pt x="5534550" y="2513908"/>
                </a:lnTo>
                <a:lnTo>
                  <a:pt x="5534550" y="2996744"/>
                </a:lnTo>
                <a:lnTo>
                  <a:pt x="5205937" y="2513908"/>
                </a:lnTo>
                <a:close/>
                <a:moveTo>
                  <a:pt x="4240331" y="2513908"/>
                </a:moveTo>
                <a:lnTo>
                  <a:pt x="3912323" y="3386636"/>
                </a:lnTo>
                <a:lnTo>
                  <a:pt x="4187683" y="3386636"/>
                </a:lnTo>
                <a:lnTo>
                  <a:pt x="4230220" y="3242571"/>
                </a:lnTo>
                <a:lnTo>
                  <a:pt x="4536397" y="3242571"/>
                </a:lnTo>
                <a:lnTo>
                  <a:pt x="4580050" y="3386636"/>
                </a:lnTo>
                <a:lnTo>
                  <a:pt x="4862442" y="3386636"/>
                </a:lnTo>
                <a:lnTo>
                  <a:pt x="4534490" y="2513908"/>
                </a:lnTo>
                <a:close/>
                <a:moveTo>
                  <a:pt x="2981850" y="2513908"/>
                </a:moveTo>
                <a:lnTo>
                  <a:pt x="2981850" y="3386636"/>
                </a:lnTo>
                <a:lnTo>
                  <a:pt x="3251527" y="3386636"/>
                </a:lnTo>
                <a:lnTo>
                  <a:pt x="3251527" y="3033616"/>
                </a:lnTo>
                <a:lnTo>
                  <a:pt x="3546207" y="3033616"/>
                </a:lnTo>
                <a:lnTo>
                  <a:pt x="3546207" y="3386636"/>
                </a:lnTo>
                <a:lnTo>
                  <a:pt x="3817074" y="3386636"/>
                </a:lnTo>
                <a:lnTo>
                  <a:pt x="3817074" y="2513908"/>
                </a:lnTo>
                <a:lnTo>
                  <a:pt x="3546207" y="2513908"/>
                </a:lnTo>
                <a:lnTo>
                  <a:pt x="3546207" y="2819303"/>
                </a:lnTo>
                <a:lnTo>
                  <a:pt x="3251527" y="2819303"/>
                </a:lnTo>
                <a:lnTo>
                  <a:pt x="3251527" y="2513908"/>
                </a:lnTo>
                <a:close/>
                <a:moveTo>
                  <a:pt x="2043042" y="2513908"/>
                </a:moveTo>
                <a:lnTo>
                  <a:pt x="2043042" y="2729411"/>
                </a:lnTo>
                <a:lnTo>
                  <a:pt x="2318076" y="2729411"/>
                </a:lnTo>
                <a:lnTo>
                  <a:pt x="2318076" y="3386636"/>
                </a:lnTo>
                <a:lnTo>
                  <a:pt x="2587753" y="3386636"/>
                </a:lnTo>
                <a:lnTo>
                  <a:pt x="2587753" y="2729411"/>
                </a:lnTo>
                <a:lnTo>
                  <a:pt x="2862787" y="2729411"/>
                </a:lnTo>
                <a:lnTo>
                  <a:pt x="2862787" y="2513908"/>
                </a:lnTo>
                <a:close/>
                <a:moveTo>
                  <a:pt x="8683752" y="2499025"/>
                </a:moveTo>
                <a:cubicBezTo>
                  <a:pt x="8542068" y="2499025"/>
                  <a:pt x="8431538" y="2538713"/>
                  <a:pt x="8352164" y="2618088"/>
                </a:cubicBezTo>
                <a:cubicBezTo>
                  <a:pt x="8272789" y="2697463"/>
                  <a:pt x="8233101" y="2808389"/>
                  <a:pt x="8233101" y="2950868"/>
                </a:cubicBezTo>
                <a:cubicBezTo>
                  <a:pt x="8233101" y="3052864"/>
                  <a:pt x="8253143" y="3137796"/>
                  <a:pt x="8293228" y="3205661"/>
                </a:cubicBezTo>
                <a:cubicBezTo>
                  <a:pt x="8333312" y="3273527"/>
                  <a:pt x="8385600" y="3323136"/>
                  <a:pt x="8450092" y="3354489"/>
                </a:cubicBezTo>
                <a:cubicBezTo>
                  <a:pt x="8514584" y="3385842"/>
                  <a:pt x="8596044" y="3401519"/>
                  <a:pt x="8694468" y="3401519"/>
                </a:cubicBezTo>
                <a:cubicBezTo>
                  <a:pt x="8791306" y="3401519"/>
                  <a:pt x="8872169" y="3383362"/>
                  <a:pt x="8937058" y="3347048"/>
                </a:cubicBezTo>
                <a:cubicBezTo>
                  <a:pt x="9001947" y="3310734"/>
                  <a:pt x="9051556" y="3259934"/>
                  <a:pt x="9085886" y="3194648"/>
                </a:cubicBezTo>
                <a:cubicBezTo>
                  <a:pt x="9120216" y="3129362"/>
                  <a:pt x="9137381" y="3045721"/>
                  <a:pt x="9137381" y="2943724"/>
                </a:cubicBezTo>
                <a:cubicBezTo>
                  <a:pt x="9137381" y="2803230"/>
                  <a:pt x="9098090" y="2693990"/>
                  <a:pt x="9019509" y="2616004"/>
                </a:cubicBezTo>
                <a:cubicBezTo>
                  <a:pt x="8940928" y="2538018"/>
                  <a:pt x="8829009" y="2499025"/>
                  <a:pt x="8683752" y="24990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24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363</TotalTime>
  <Words>885</Words>
  <Application>Microsoft Office PowerPoint</Application>
  <PresentationFormat>Widescreen</PresentationFormat>
  <Paragraphs>149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PRSENTATION TOPIC : HISTORY OF OPTICAL FIBER  Course Title : English Language and Literature Course Code : ICT-1211 </vt:lpstr>
      <vt:lpstr>BRIFE FLOW OF PRESENTATION</vt:lpstr>
      <vt:lpstr>INTRODUCTION </vt:lpstr>
      <vt:lpstr>Evolution of optical fiber[2]</vt:lpstr>
      <vt:lpstr> How Optical Fiber Transmits Data</vt:lpstr>
      <vt:lpstr>Early Idea of Light Transmission</vt:lpstr>
      <vt:lpstr>Early Medical Uses(1920s) </vt:lpstr>
      <vt:lpstr>First Practical Fiber (1980s) </vt:lpstr>
      <vt:lpstr>PowerPoint Presentation</vt:lpstr>
      <vt:lpstr>How it works</vt:lpstr>
      <vt:lpstr>Working principle</vt:lpstr>
      <vt:lpstr>Present Use</vt:lpstr>
      <vt:lpstr>Types of optical fibers</vt:lpstr>
      <vt:lpstr>Advantages of Optical Fiber</vt:lpstr>
      <vt:lpstr>Disadvantages of Optical Fiber</vt:lpstr>
      <vt:lpstr>Future of Optical Fiber</vt:lpstr>
      <vt:lpstr>Important inventors</vt:lpstr>
      <vt:lpstr>Conclusion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PRSENTATION TOPIC : HISTORY OF OPTICAL FIBER Course Title : English  Course Code : ICT-1207</dc:title>
  <dc:creator>Moniruzzaman</dc:creator>
  <cp:lastModifiedBy>MD Moniruzzaman</cp:lastModifiedBy>
  <cp:revision>43</cp:revision>
  <dcterms:created xsi:type="dcterms:W3CDTF">2026-04-27T12:54:43Z</dcterms:created>
  <dcterms:modified xsi:type="dcterms:W3CDTF">2026-05-07T17:06:22Z</dcterms:modified>
</cp:coreProperties>
</file>